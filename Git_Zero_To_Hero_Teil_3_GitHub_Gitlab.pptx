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9" r:id="rId2"/>
    <p:sldId id="258" r:id="rId3"/>
    <p:sldId id="313" r:id="rId4"/>
    <p:sldId id="314" r:id="rId5"/>
    <p:sldId id="315" r:id="rId6"/>
    <p:sldId id="316" r:id="rId7"/>
    <p:sldId id="317" r:id="rId8"/>
    <p:sldId id="312" r:id="rId9"/>
    <p:sldId id="302" r:id="rId10"/>
    <p:sldId id="303" r:id="rId11"/>
    <p:sldId id="304" r:id="rId12"/>
    <p:sldId id="305" r:id="rId13"/>
    <p:sldId id="306" r:id="rId14"/>
    <p:sldId id="308" r:id="rId15"/>
    <p:sldId id="309" r:id="rId16"/>
    <p:sldId id="310" r:id="rId17"/>
    <p:sldId id="311" r:id="rId18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27E2E77-38F3-B549-950C-0DCEF9A05529}" v="2" dt="2025-09-02T17:25:12.89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492"/>
    <p:restoredTop sz="94658"/>
  </p:normalViewPr>
  <p:slideViewPr>
    <p:cSldViewPr snapToGrid="0">
      <p:cViewPr varScale="1">
        <p:scale>
          <a:sx n="106" d="100"/>
          <a:sy n="106" d="100"/>
        </p:scale>
        <p:origin x="864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rank Zimmer" userId="122a259f68519fcf" providerId="LiveId" clId="{9AF7EE9B-DD6B-5ECE-9A0F-E11256467C50}"/>
    <pc:docChg chg="custSel modSld">
      <pc:chgData name="Frank Zimmer" userId="122a259f68519fcf" providerId="LiveId" clId="{9AF7EE9B-DD6B-5ECE-9A0F-E11256467C50}" dt="2025-09-02T17:27:40.516" v="984" actId="20577"/>
      <pc:docMkLst>
        <pc:docMk/>
      </pc:docMkLst>
      <pc:sldChg chg="modSp mod">
        <pc:chgData name="Frank Zimmer" userId="122a259f68519fcf" providerId="LiveId" clId="{9AF7EE9B-DD6B-5ECE-9A0F-E11256467C50}" dt="2025-09-02T17:27:40.516" v="984" actId="20577"/>
        <pc:sldMkLst>
          <pc:docMk/>
          <pc:sldMk cId="2350819678" sldId="259"/>
        </pc:sldMkLst>
        <pc:spChg chg="mod">
          <ac:chgData name="Frank Zimmer" userId="122a259f68519fcf" providerId="LiveId" clId="{9AF7EE9B-DD6B-5ECE-9A0F-E11256467C50}" dt="2025-09-02T17:27:40.516" v="984" actId="20577"/>
          <ac:spMkLst>
            <pc:docMk/>
            <pc:sldMk cId="2350819678" sldId="259"/>
            <ac:spMk id="3" creationId="{3F60BFDF-DC72-E84E-8A6A-80B8F2D4A4C9}"/>
          </ac:spMkLst>
        </pc:spChg>
      </pc:sldChg>
      <pc:sldChg chg="addSp modSp mod">
        <pc:chgData name="Frank Zimmer" userId="122a259f68519fcf" providerId="LiveId" clId="{9AF7EE9B-DD6B-5ECE-9A0F-E11256467C50}" dt="2025-09-02T17:27:02.368" v="972" actId="255"/>
        <pc:sldMkLst>
          <pc:docMk/>
          <pc:sldMk cId="3394266818" sldId="311"/>
        </pc:sldMkLst>
        <pc:spChg chg="mod">
          <ac:chgData name="Frank Zimmer" userId="122a259f68519fcf" providerId="LiveId" clId="{9AF7EE9B-DD6B-5ECE-9A0F-E11256467C50}" dt="2025-09-02T17:26:46.783" v="970" actId="1076"/>
          <ac:spMkLst>
            <pc:docMk/>
            <pc:sldMk cId="3394266818" sldId="311"/>
            <ac:spMk id="2" creationId="{2C74B3A4-BA56-C64C-BD48-A9B01317751C}"/>
          </ac:spMkLst>
        </pc:spChg>
        <pc:spChg chg="add mod">
          <ac:chgData name="Frank Zimmer" userId="122a259f68519fcf" providerId="LiveId" clId="{9AF7EE9B-DD6B-5ECE-9A0F-E11256467C50}" dt="2025-09-02T17:27:02.368" v="972" actId="255"/>
          <ac:spMkLst>
            <pc:docMk/>
            <pc:sldMk cId="3394266818" sldId="311"/>
            <ac:spMk id="6" creationId="{E634C40B-798E-D90B-3CA7-8DACD4C5EA66}"/>
          </ac:spMkLst>
        </pc:spChg>
      </pc:sldChg>
      <pc:sldChg chg="modSp mod">
        <pc:chgData name="Frank Zimmer" userId="122a259f68519fcf" providerId="LiveId" clId="{9AF7EE9B-DD6B-5ECE-9A0F-E11256467C50}" dt="2025-09-02T17:15:52.229" v="1" actId="1076"/>
        <pc:sldMkLst>
          <pc:docMk/>
          <pc:sldMk cId="936785547" sldId="317"/>
        </pc:sldMkLst>
        <pc:spChg chg="mod">
          <ac:chgData name="Frank Zimmer" userId="122a259f68519fcf" providerId="LiveId" clId="{9AF7EE9B-DD6B-5ECE-9A0F-E11256467C50}" dt="2025-09-02T17:15:52.229" v="1" actId="1076"/>
          <ac:spMkLst>
            <pc:docMk/>
            <pc:sldMk cId="936785547" sldId="317"/>
            <ac:spMk id="2" creationId="{9A3DF910-1BCE-9AB6-84D0-5D345595F844}"/>
          </ac:spMkLst>
        </pc:spChg>
      </pc:sldChg>
    </pc:docChg>
  </pc:docChgLst>
  <pc:docChgLst>
    <pc:chgData name="Frank Zimmer" userId="122a259f68519fcf" providerId="LiveId" clId="{AFB106EC-3095-D143-8789-02A43373BD0D}"/>
    <pc:docChg chg="undo custSel addSld delSld modSld">
      <pc:chgData name="Frank Zimmer" userId="122a259f68519fcf" providerId="LiveId" clId="{AFB106EC-3095-D143-8789-02A43373BD0D}" dt="2025-08-10T09:27:32.758" v="300" actId="1076"/>
      <pc:docMkLst>
        <pc:docMk/>
      </pc:docMkLst>
      <pc:sldChg chg="addSp modSp mod setBg">
        <pc:chgData name="Frank Zimmer" userId="122a259f68519fcf" providerId="LiveId" clId="{AFB106EC-3095-D143-8789-02A43373BD0D}" dt="2025-08-10T09:25:45.156" v="281" actId="1076"/>
        <pc:sldMkLst>
          <pc:docMk/>
          <pc:sldMk cId="2350819678" sldId="259"/>
        </pc:sldMkLst>
        <pc:spChg chg="mod">
          <ac:chgData name="Frank Zimmer" userId="122a259f68519fcf" providerId="LiveId" clId="{AFB106EC-3095-D143-8789-02A43373BD0D}" dt="2025-08-10T09:24:34.383" v="270" actId="26606"/>
          <ac:spMkLst>
            <pc:docMk/>
            <pc:sldMk cId="2350819678" sldId="259"/>
            <ac:spMk id="2" creationId="{2221E3F1-7625-1F40-9A50-608735DE0071}"/>
          </ac:spMkLst>
        </pc:spChg>
        <pc:spChg chg="mod">
          <ac:chgData name="Frank Zimmer" userId="122a259f68519fcf" providerId="LiveId" clId="{AFB106EC-3095-D143-8789-02A43373BD0D}" dt="2025-08-10T09:24:34.383" v="270" actId="26606"/>
          <ac:spMkLst>
            <pc:docMk/>
            <pc:sldMk cId="2350819678" sldId="259"/>
            <ac:spMk id="3" creationId="{3F60BFDF-DC72-E84E-8A6A-80B8F2D4A4C9}"/>
          </ac:spMkLst>
        </pc:spChg>
        <pc:spChg chg="add">
          <ac:chgData name="Frank Zimmer" userId="122a259f68519fcf" providerId="LiveId" clId="{AFB106EC-3095-D143-8789-02A43373BD0D}" dt="2025-08-10T09:24:34.383" v="270" actId="26606"/>
          <ac:spMkLst>
            <pc:docMk/>
            <pc:sldMk cId="2350819678" sldId="259"/>
            <ac:spMk id="8" creationId="{5A292AEA-2528-46C0-B426-95822B6141FB}"/>
          </ac:spMkLst>
        </pc:spChg>
        <pc:spChg chg="add">
          <ac:chgData name="Frank Zimmer" userId="122a259f68519fcf" providerId="LiveId" clId="{AFB106EC-3095-D143-8789-02A43373BD0D}" dt="2025-08-10T09:24:34.383" v="270" actId="26606"/>
          <ac:spMkLst>
            <pc:docMk/>
            <pc:sldMk cId="2350819678" sldId="259"/>
            <ac:spMk id="10" creationId="{D8B7B198-E4DF-43CD-AD8C-199884323745}"/>
          </ac:spMkLst>
        </pc:spChg>
        <pc:spChg chg="add">
          <ac:chgData name="Frank Zimmer" userId="122a259f68519fcf" providerId="LiveId" clId="{AFB106EC-3095-D143-8789-02A43373BD0D}" dt="2025-08-10T09:24:34.383" v="270" actId="26606"/>
          <ac:spMkLst>
            <pc:docMk/>
            <pc:sldMk cId="2350819678" sldId="259"/>
            <ac:spMk id="12" creationId="{2BE67753-EA0E-4819-8D22-0B6600CF7231}"/>
          </ac:spMkLst>
        </pc:spChg>
        <pc:grpChg chg="add">
          <ac:chgData name="Frank Zimmer" userId="122a259f68519fcf" providerId="LiveId" clId="{AFB106EC-3095-D143-8789-02A43373BD0D}" dt="2025-08-10T09:24:34.383" v="270" actId="26606"/>
          <ac:grpSpMkLst>
            <pc:docMk/>
            <pc:sldMk cId="2350819678" sldId="259"/>
            <ac:grpSpMk id="14" creationId="{D76D63AC-0421-45EC-B383-E79A61A78C6B}"/>
          </ac:grpSpMkLst>
        </pc:grpChg>
        <pc:grpChg chg="add">
          <ac:chgData name="Frank Zimmer" userId="122a259f68519fcf" providerId="LiveId" clId="{AFB106EC-3095-D143-8789-02A43373BD0D}" dt="2025-08-10T09:24:34.383" v="270" actId="26606"/>
          <ac:grpSpMkLst>
            <pc:docMk/>
            <pc:sldMk cId="2350819678" sldId="259"/>
            <ac:grpSpMk id="23" creationId="{87F87F1B-42BA-4AC7-A4E2-41544DDB2CE3}"/>
          </ac:grpSpMkLst>
        </pc:grpChg>
        <pc:grpChg chg="add">
          <ac:chgData name="Frank Zimmer" userId="122a259f68519fcf" providerId="LiveId" clId="{AFB106EC-3095-D143-8789-02A43373BD0D}" dt="2025-08-10T09:24:34.383" v="270" actId="26606"/>
          <ac:grpSpMkLst>
            <pc:docMk/>
            <pc:sldMk cId="2350819678" sldId="259"/>
            <ac:grpSpMk id="29" creationId="{967346A5-7569-4F15-AB5D-BE3DADF192C0}"/>
          </ac:grpSpMkLst>
        </pc:grpChg>
        <pc:picChg chg="add mod">
          <ac:chgData name="Frank Zimmer" userId="122a259f68519fcf" providerId="LiveId" clId="{AFB106EC-3095-D143-8789-02A43373BD0D}" dt="2025-08-10T09:25:35.639" v="279" actId="1076"/>
          <ac:picMkLst>
            <pc:docMk/>
            <pc:sldMk cId="2350819678" sldId="259"/>
            <ac:picMk id="4" creationId="{3738171C-F194-D9CC-7668-8A23B1C05BB4}"/>
          </ac:picMkLst>
        </pc:picChg>
        <pc:picChg chg="add mod">
          <ac:chgData name="Frank Zimmer" userId="122a259f68519fcf" providerId="LiveId" clId="{AFB106EC-3095-D143-8789-02A43373BD0D}" dt="2025-08-10T09:25:30.189" v="277" actId="1076"/>
          <ac:picMkLst>
            <pc:docMk/>
            <pc:sldMk cId="2350819678" sldId="259"/>
            <ac:picMk id="5" creationId="{881C574E-709E-07DD-1DDF-07C4D27902FE}"/>
          </ac:picMkLst>
        </pc:picChg>
        <pc:picChg chg="add mod">
          <ac:chgData name="Frank Zimmer" userId="122a259f68519fcf" providerId="LiveId" clId="{AFB106EC-3095-D143-8789-02A43373BD0D}" dt="2025-08-10T09:25:45.156" v="281" actId="1076"/>
          <ac:picMkLst>
            <pc:docMk/>
            <pc:sldMk cId="2350819678" sldId="259"/>
            <ac:picMk id="6" creationId="{9E8AFE32-1B54-4CA2-CC4C-48A9DCBBC0BC}"/>
          </ac:picMkLst>
        </pc:picChg>
      </pc:sldChg>
      <pc:sldChg chg="addSp delSp modSp mod">
        <pc:chgData name="Frank Zimmer" userId="122a259f68519fcf" providerId="LiveId" clId="{AFB106EC-3095-D143-8789-02A43373BD0D}" dt="2025-08-10T09:21:59.677" v="266" actId="478"/>
        <pc:sldMkLst>
          <pc:docMk/>
          <pc:sldMk cId="3459132165" sldId="306"/>
        </pc:sldMkLst>
        <pc:spChg chg="mod">
          <ac:chgData name="Frank Zimmer" userId="122a259f68519fcf" providerId="LiveId" clId="{AFB106EC-3095-D143-8789-02A43373BD0D}" dt="2025-08-10T09:21:56.294" v="260" actId="6549"/>
          <ac:spMkLst>
            <pc:docMk/>
            <pc:sldMk cId="3459132165" sldId="306"/>
            <ac:spMk id="15" creationId="{0B59580A-A8FA-7A46-9B46-FD68C3D6979B}"/>
          </ac:spMkLst>
        </pc:spChg>
        <pc:picChg chg="add del">
          <ac:chgData name="Frank Zimmer" userId="122a259f68519fcf" providerId="LiveId" clId="{AFB106EC-3095-D143-8789-02A43373BD0D}" dt="2025-08-10T09:21:59.677" v="266" actId="478"/>
          <ac:picMkLst>
            <pc:docMk/>
            <pc:sldMk cId="3459132165" sldId="306"/>
            <ac:picMk id="4098" creationId="{55ABEA25-27E2-8B45-8F5E-B6D0A17F695E}"/>
          </ac:picMkLst>
        </pc:picChg>
      </pc:sldChg>
      <pc:sldChg chg="addSp modSp">
        <pc:chgData name="Frank Zimmer" userId="122a259f68519fcf" providerId="LiveId" clId="{AFB106EC-3095-D143-8789-02A43373BD0D}" dt="2025-08-10T09:27:32.758" v="300" actId="1076"/>
        <pc:sldMkLst>
          <pc:docMk/>
          <pc:sldMk cId="3394266818" sldId="311"/>
        </pc:sldMkLst>
        <pc:picChg chg="add mod">
          <ac:chgData name="Frank Zimmer" userId="122a259f68519fcf" providerId="LiveId" clId="{AFB106EC-3095-D143-8789-02A43373BD0D}" dt="2025-08-10T09:27:32.758" v="300" actId="1076"/>
          <ac:picMkLst>
            <pc:docMk/>
            <pc:sldMk cId="3394266818" sldId="311"/>
            <ac:picMk id="4" creationId="{A1931C6B-5BCC-2B82-1A44-B2CFDD727E4D}"/>
          </ac:picMkLst>
        </pc:picChg>
      </pc:sldChg>
      <pc:sldChg chg="modSp mod">
        <pc:chgData name="Frank Zimmer" userId="122a259f68519fcf" providerId="LiveId" clId="{AFB106EC-3095-D143-8789-02A43373BD0D}" dt="2025-08-10T09:26:57.404" v="298" actId="6549"/>
        <pc:sldMkLst>
          <pc:docMk/>
          <pc:sldMk cId="4083013042" sldId="314"/>
        </pc:sldMkLst>
        <pc:spChg chg="mod">
          <ac:chgData name="Frank Zimmer" userId="122a259f68519fcf" providerId="LiveId" clId="{AFB106EC-3095-D143-8789-02A43373BD0D}" dt="2025-08-10T09:26:57.404" v="298" actId="6549"/>
          <ac:spMkLst>
            <pc:docMk/>
            <pc:sldMk cId="4083013042" sldId="314"/>
            <ac:spMk id="14" creationId="{1CBF6B47-554D-7829-4EC3-D643A86305F2}"/>
          </ac:spMkLst>
        </pc:spChg>
      </pc:sldChg>
      <pc:sldChg chg="addSp delSp modSp mod">
        <pc:chgData name="Frank Zimmer" userId="122a259f68519fcf" providerId="LiveId" clId="{AFB106EC-3095-D143-8789-02A43373BD0D}" dt="2025-08-10T09:12:41.771" v="208" actId="1076"/>
        <pc:sldMkLst>
          <pc:docMk/>
          <pc:sldMk cId="2314064007" sldId="315"/>
        </pc:sldMkLst>
        <pc:spChg chg="mod">
          <ac:chgData name="Frank Zimmer" userId="122a259f68519fcf" providerId="LiveId" clId="{AFB106EC-3095-D143-8789-02A43373BD0D}" dt="2025-08-10T09:11:02.598" v="202"/>
          <ac:spMkLst>
            <pc:docMk/>
            <pc:sldMk cId="2314064007" sldId="315"/>
            <ac:spMk id="2" creationId="{433ABBB6-9EAD-F81B-F8AB-59BA90F9F6F0}"/>
          </ac:spMkLst>
        </pc:spChg>
        <pc:spChg chg="mod">
          <ac:chgData name="Frank Zimmer" userId="122a259f68519fcf" providerId="LiveId" clId="{AFB106EC-3095-D143-8789-02A43373BD0D}" dt="2025-08-10T09:10:45.753" v="201" actId="20577"/>
          <ac:spMkLst>
            <pc:docMk/>
            <pc:sldMk cId="2314064007" sldId="315"/>
            <ac:spMk id="15" creationId="{21830F3B-2B6C-4A3E-BE17-E61D41F22406}"/>
          </ac:spMkLst>
        </pc:spChg>
        <pc:picChg chg="add mod">
          <ac:chgData name="Frank Zimmer" userId="122a259f68519fcf" providerId="LiveId" clId="{AFB106EC-3095-D143-8789-02A43373BD0D}" dt="2025-08-10T09:06:38.387" v="5" actId="1076"/>
          <ac:picMkLst>
            <pc:docMk/>
            <pc:sldMk cId="2314064007" sldId="315"/>
            <ac:picMk id="4" creationId="{2E6D55A1-4C18-1C4C-D495-80ACEA6C8CE4}"/>
          </ac:picMkLst>
        </pc:picChg>
        <pc:picChg chg="add mod">
          <ac:chgData name="Frank Zimmer" userId="122a259f68519fcf" providerId="LiveId" clId="{AFB106EC-3095-D143-8789-02A43373BD0D}" dt="2025-08-10T09:12:41.771" v="208" actId="1076"/>
          <ac:picMkLst>
            <pc:docMk/>
            <pc:sldMk cId="2314064007" sldId="315"/>
            <ac:picMk id="6" creationId="{F7467752-021D-8D65-4CDD-A1991DF495C6}"/>
          </ac:picMkLst>
        </pc:picChg>
      </pc:sldChg>
      <pc:sldChg chg="addSp delSp modSp add mod">
        <pc:chgData name="Frank Zimmer" userId="122a259f68519fcf" providerId="LiveId" clId="{AFB106EC-3095-D143-8789-02A43373BD0D}" dt="2025-08-10T09:15:53.552" v="223" actId="1076"/>
        <pc:sldMkLst>
          <pc:docMk/>
          <pc:sldMk cId="2000675055" sldId="316"/>
        </pc:sldMkLst>
        <pc:spChg chg="mod">
          <ac:chgData name="Frank Zimmer" userId="122a259f68519fcf" providerId="LiveId" clId="{AFB106EC-3095-D143-8789-02A43373BD0D}" dt="2025-08-10T09:15:53.552" v="223" actId="1076"/>
          <ac:spMkLst>
            <pc:docMk/>
            <pc:sldMk cId="2000675055" sldId="316"/>
            <ac:spMk id="2" creationId="{521C7EA7-CD45-DE79-09D2-8EB6E65330D1}"/>
          </ac:spMkLst>
        </pc:spChg>
        <pc:picChg chg="add mod">
          <ac:chgData name="Frank Zimmer" userId="122a259f68519fcf" providerId="LiveId" clId="{AFB106EC-3095-D143-8789-02A43373BD0D}" dt="2025-08-10T09:12:58.151" v="212" actId="1076"/>
          <ac:picMkLst>
            <pc:docMk/>
            <pc:sldMk cId="2000675055" sldId="316"/>
            <ac:picMk id="4" creationId="{E4DE19E4-4DF5-C139-FFE0-5A0FD3BE1F1E}"/>
          </ac:picMkLst>
        </pc:picChg>
        <pc:picChg chg="add mod">
          <ac:chgData name="Frank Zimmer" userId="122a259f68519fcf" providerId="LiveId" clId="{AFB106EC-3095-D143-8789-02A43373BD0D}" dt="2025-08-10T09:15:47.354" v="222" actId="1076"/>
          <ac:picMkLst>
            <pc:docMk/>
            <pc:sldMk cId="2000675055" sldId="316"/>
            <ac:picMk id="2050" creationId="{589F0616-2CEA-BC3D-4F9B-0C53F4A22E0A}"/>
          </ac:picMkLst>
        </pc:picChg>
        <pc:picChg chg="add mod">
          <ac:chgData name="Frank Zimmer" userId="122a259f68519fcf" providerId="LiveId" clId="{AFB106EC-3095-D143-8789-02A43373BD0D}" dt="2025-08-10T09:15:43.981" v="221" actId="1076"/>
          <ac:picMkLst>
            <pc:docMk/>
            <pc:sldMk cId="2000675055" sldId="316"/>
            <ac:picMk id="2052" creationId="{06568692-F018-8EE9-B133-25689F0B2103}"/>
          </ac:picMkLst>
        </pc:picChg>
      </pc:sldChg>
      <pc:sldChg chg="addSp delSp modSp add">
        <pc:chgData name="Frank Zimmer" userId="122a259f68519fcf" providerId="LiveId" clId="{AFB106EC-3095-D143-8789-02A43373BD0D}" dt="2025-08-10T09:22:13.410" v="269"/>
        <pc:sldMkLst>
          <pc:docMk/>
          <pc:sldMk cId="936785547" sldId="317"/>
        </pc:sldMkLst>
        <pc:picChg chg="add mod">
          <ac:chgData name="Frank Zimmer" userId="122a259f68519fcf" providerId="LiveId" clId="{AFB106EC-3095-D143-8789-02A43373BD0D}" dt="2025-08-10T09:22:13.410" v="269"/>
          <ac:picMkLst>
            <pc:docMk/>
            <pc:sldMk cId="936785547" sldId="317"/>
            <ac:picMk id="4" creationId="{9DAE43CC-39DE-7EC2-C45A-1FAA6706CFD8}"/>
          </ac:picMkLst>
        </pc:picChg>
      </pc:sldChg>
      <pc:sldChg chg="add del">
        <pc:chgData name="Frank Zimmer" userId="122a259f68519fcf" providerId="LiveId" clId="{AFB106EC-3095-D143-8789-02A43373BD0D}" dt="2025-08-10T09:21:51.978" v="253"/>
        <pc:sldMkLst>
          <pc:docMk/>
          <pc:sldMk cId="2889537281" sldId="31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0BB66E-A8BC-0D42-A946-39238E7B4728}" type="datetimeFigureOut">
              <a:rPr lang="de-DE" smtClean="0"/>
              <a:t>02.09.25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21BE1D-72A6-4F42-A288-2543ED771A0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729497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21BE1D-72A6-4F42-A288-2543ED771A0D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641230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7F6D5F-EAAC-AE1D-8268-7923BAE118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D3D384F1-9812-01A9-2E68-28752D8C4B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8C4B7B2E-7DF4-FB9A-34FC-13E122CE4F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B0A11D5-3992-0F5B-C207-74AC2C1119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21BE1D-72A6-4F42-A288-2543ED771A0D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694039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940E62-F7FB-3337-F522-996244BB0F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173CAF9F-28E4-1B84-4C72-DFC85DB397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500D3D9B-B856-C10B-29EA-D6E4FA3302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95D6226-7428-1A4E-388F-E2AC9F2B7C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21BE1D-72A6-4F42-A288-2543ED771A0D}" type="slidenum">
              <a:rPr lang="de-DE" smtClean="0"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787121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4DA15E-4FC4-5990-0711-6AF6548FA1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B7027B88-ECCB-12DA-FD61-5C627513DD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B3AFBDD3-7D8A-74CB-1E5D-8BAE0EAE08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BC2E20D-EAC8-32C0-999E-62B85C0958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21BE1D-72A6-4F42-A288-2543ED771A0D}" type="slidenum">
              <a:rPr lang="de-DE" smtClean="0"/>
              <a:t>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544617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21BE1D-72A6-4F42-A288-2543ED771A0D}" type="slidenum">
              <a:rPr lang="de-DE" smtClean="0"/>
              <a:t>10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61834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1D2F516-40F0-0C6B-C5E7-67C999D714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A76A791A-AB9A-91A7-1849-32AF40E3CA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58A3C5E-F7B3-1746-CECE-A4A02251F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3C5D1-9CF0-3744-A172-DF054FCF878E}" type="datetimeFigureOut">
              <a:rPr lang="de-DE" smtClean="0"/>
              <a:t>02.09.25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C64E6FF-DE24-07AA-340B-DD06A5FE04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3DC6BC4-BBCC-E8A1-F471-484F6291D5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FA4BF-E058-9749-9A2F-6FE53768A4D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935162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48D2572-F4FE-9B2B-0F6A-4BF3625729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782EDFD-A967-855E-E079-390DC208F8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CCF138E-0D5E-81E5-C60D-B4235EFDE4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3C5D1-9CF0-3744-A172-DF054FCF878E}" type="datetimeFigureOut">
              <a:rPr lang="de-DE" smtClean="0"/>
              <a:t>02.09.25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1DCB777-C995-216C-5E9D-B2B00BB44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3909B25-4CEC-9A22-BDC9-8D993843E1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FA4BF-E058-9749-9A2F-6FE53768A4D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510673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6BDB8D-08BF-426C-C583-DEA006D26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4149974-95D5-4F40-000C-0D871DE286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D1BE1A5-D4A2-1399-5976-B9B7EDCE79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3C5D1-9CF0-3744-A172-DF054FCF878E}" type="datetimeFigureOut">
              <a:rPr lang="de-DE" smtClean="0"/>
              <a:t>02.09.25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FBD4302-6048-5DB6-EB79-EC050A70FD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AADE009-34F9-E423-58A6-B8BAFA5F5B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FA4BF-E058-9749-9A2F-6FE53768A4D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097976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89C9060-AC48-6C1F-D994-8DDDE6430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86CAFB0-3679-07E2-F857-987473F685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3F00A36B-BBC9-4020-3BC2-E34AF19A01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2306F128-A664-FE22-48B0-32386AEBC5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3C5D1-9CF0-3744-A172-DF054FCF878E}" type="datetimeFigureOut">
              <a:rPr lang="de-DE" smtClean="0"/>
              <a:t>02.09.25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7C4BFE0-6423-1179-B0EB-B94603B4BB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6976A1D-1D20-74BD-C9B2-A885AD9582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FA4BF-E058-9749-9A2F-6FE53768A4D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094993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5EF85DA-6DB2-9ECF-40B1-BFEB8D2ECF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7F0DF08-EFE7-78DF-FD1B-EF5B9AC62C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1A0A81F2-0D5C-AEA4-49C3-E26EBC348B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6AF77401-99D3-96C7-1B5B-C4E268E35AD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73680AFE-706A-7CED-49D4-E1D8DA9BB42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FDF667D5-2E26-2413-3E10-9BFFEBE63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3C5D1-9CF0-3744-A172-DF054FCF878E}" type="datetimeFigureOut">
              <a:rPr lang="de-DE" smtClean="0"/>
              <a:t>02.09.25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79476D75-536F-0E70-A5D6-BDE77E073B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79CEE11D-CD87-3906-9718-62900F7C44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FA4BF-E058-9749-9A2F-6FE53768A4D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764565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72576E1-7A6A-79F7-F765-9D12587B4D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94BA3B42-7A58-0E42-2B97-5698EE911F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3C5D1-9CF0-3744-A172-DF054FCF878E}" type="datetimeFigureOut">
              <a:rPr lang="de-DE" smtClean="0"/>
              <a:t>02.09.25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849FE47-C42E-5168-7053-5E009C1285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5E918DC-E81C-4C75-CD62-56D7C5E23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FA4BF-E058-9749-9A2F-6FE53768A4D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184322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98070610-A178-19BD-BE70-D4EC8277BC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3C5D1-9CF0-3744-A172-DF054FCF878E}" type="datetimeFigureOut">
              <a:rPr lang="de-DE" smtClean="0"/>
              <a:t>02.09.25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5F69FE8D-C563-924B-FF99-D387EFC14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7F7B02C-85E0-5871-DDD5-C3CFAFFDC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FA4BF-E058-9749-9A2F-6FE53768A4D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958073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B959D51-DFA7-3AAD-0483-2E14809F40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CF666F6-3169-9977-F193-6385E9D1C7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09AFF143-7CFE-904C-3F36-F2A2D85DDE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62799AE3-8442-969A-7FE7-18ADEDA478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3C5D1-9CF0-3744-A172-DF054FCF878E}" type="datetimeFigureOut">
              <a:rPr lang="de-DE" smtClean="0"/>
              <a:t>02.09.25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DD75AE3-97AB-CE8F-5D79-C22ED227A6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671C962-F006-F496-E83D-B159A0ED7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FA4BF-E058-9749-9A2F-6FE53768A4D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713251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A369DDE-F563-4453-D710-0197EEDB8D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F0D3A4A3-7456-BE74-3BD1-86998598183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795E071D-67CC-BF86-27E3-FA4CC9EECA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2F51965-E45C-FE90-E53A-6CE6AF4698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3C5D1-9CF0-3744-A172-DF054FCF878E}" type="datetimeFigureOut">
              <a:rPr lang="de-DE" smtClean="0"/>
              <a:t>02.09.25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20FD48F-0401-DAEE-0DEF-81B441BAAF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F4E33DE-6015-EA43-6073-09890C6F8D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FA4BF-E058-9749-9A2F-6FE53768A4D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931828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1757E7F-1603-4EBC-B5B2-8EFFCD5DD8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ADCA2419-47E3-0CCD-FFAC-C0792C05F4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AAE4475-847F-D8B5-6A90-A59E925CFE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3C5D1-9CF0-3744-A172-DF054FCF878E}" type="datetimeFigureOut">
              <a:rPr lang="de-DE" smtClean="0"/>
              <a:t>02.09.25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093B6C1-8C13-A6BA-9F9C-BCE6E72CF1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7C6B2B0-9EDF-F040-6C45-1666136042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FA4BF-E058-9749-9A2F-6FE53768A4D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422417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6F5F3BDE-D31C-320D-A291-CB6800E93FE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B65DB8B3-6557-FFD8-FD8A-45D05DF1C8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B02F054-7520-87F5-51A4-FD36A3AD02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3C5D1-9CF0-3744-A172-DF054FCF878E}" type="datetimeFigureOut">
              <a:rPr lang="de-DE" smtClean="0"/>
              <a:t>02.09.25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AC16A26-3FD5-4BBC-8020-9ED4CCAB38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114942B-2160-CB7A-00D8-00F768D62E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FA4BF-E058-9749-9A2F-6FE53768A4D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674147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2D068A16-94EA-AABC-5E9F-948E7461EC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00317D8-460B-4C38-0DF3-0AA4E1DDF7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67658CA-6CBF-BDF8-B87C-E4D87ABA23A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943C5D1-9CF0-3744-A172-DF054FCF878E}" type="datetimeFigureOut">
              <a:rPr lang="de-DE" smtClean="0"/>
              <a:t>02.09.25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2A9902E-ECE7-AE5B-0CF3-F7C39E9071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F5DBE20-5D0A-B87A-8ADA-B3CC1B9D30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1CFA4BF-E058-9749-9A2F-6FE53768A4D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604346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e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A292AEA-2528-46C0-B426-95822B6141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8B7B198-E4DF-43CD-AD8C-1998843237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2BE67753-EA0E-4819-8D22-0B6600CF7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96934" y="3984"/>
            <a:ext cx="9376632" cy="6858000"/>
          </a:xfrm>
          <a:custGeom>
            <a:avLst/>
            <a:gdLst>
              <a:gd name="connsiteX0" fmla="*/ 1691615 w 9376632"/>
              <a:gd name="connsiteY0" fmla="*/ 0 h 6858000"/>
              <a:gd name="connsiteX1" fmla="*/ 7685017 w 9376632"/>
              <a:gd name="connsiteY1" fmla="*/ 0 h 6858000"/>
              <a:gd name="connsiteX2" fmla="*/ 7840634 w 9376632"/>
              <a:gd name="connsiteY2" fmla="*/ 134799 h 6858000"/>
              <a:gd name="connsiteX3" fmla="*/ 9376632 w 9376632"/>
              <a:gd name="connsiteY3" fmla="*/ 3605175 h 6858000"/>
              <a:gd name="connsiteX4" fmla="*/ 8158692 w 9376632"/>
              <a:gd name="connsiteY4" fmla="*/ 6757493 h 6858000"/>
              <a:gd name="connsiteX5" fmla="*/ 8062868 w 9376632"/>
              <a:gd name="connsiteY5" fmla="*/ 6858000 h 6858000"/>
              <a:gd name="connsiteX6" fmla="*/ 1313765 w 9376632"/>
              <a:gd name="connsiteY6" fmla="*/ 6858000 h 6858000"/>
              <a:gd name="connsiteX7" fmla="*/ 1217940 w 9376632"/>
              <a:gd name="connsiteY7" fmla="*/ 6757493 h 6858000"/>
              <a:gd name="connsiteX8" fmla="*/ 0 w 9376632"/>
              <a:gd name="connsiteY8" fmla="*/ 3605175 h 6858000"/>
              <a:gd name="connsiteX9" fmla="*/ 1535999 w 9376632"/>
              <a:gd name="connsiteY9" fmla="*/ 13479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376632" h="6858000">
                <a:moveTo>
                  <a:pt x="1691615" y="0"/>
                </a:moveTo>
                <a:lnTo>
                  <a:pt x="7685017" y="0"/>
                </a:lnTo>
                <a:lnTo>
                  <a:pt x="7840634" y="134799"/>
                </a:lnTo>
                <a:cubicBezTo>
                  <a:pt x="8784230" y="992423"/>
                  <a:pt x="9376632" y="2229618"/>
                  <a:pt x="9376632" y="3605175"/>
                </a:cubicBezTo>
                <a:cubicBezTo>
                  <a:pt x="9376632" y="4818903"/>
                  <a:pt x="8915419" y="5924908"/>
                  <a:pt x="8158692" y="6757493"/>
                </a:cubicBezTo>
                <a:lnTo>
                  <a:pt x="8062868" y="6858000"/>
                </a:lnTo>
                <a:lnTo>
                  <a:pt x="1313765" y="6858000"/>
                </a:lnTo>
                <a:lnTo>
                  <a:pt x="1217940" y="6757493"/>
                </a:lnTo>
                <a:cubicBezTo>
                  <a:pt x="461213" y="5924908"/>
                  <a:pt x="0" y="4818903"/>
                  <a:pt x="0" y="3605175"/>
                </a:cubicBezTo>
                <a:cubicBezTo>
                  <a:pt x="0" y="2229618"/>
                  <a:pt x="592403" y="992423"/>
                  <a:pt x="1535999" y="134799"/>
                </a:cubicBezTo>
                <a:close/>
              </a:path>
            </a:pathLst>
          </a:cu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76D63AC-0421-45EC-B383-E79A61A78C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6937"/>
            <a:chExt cx="9772765" cy="6858000"/>
          </a:xfrm>
          <a:solidFill>
            <a:schemeClr val="bg1">
              <a:alpha val="30000"/>
            </a:schemeClr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B997A32E-7032-4107-9C8B-99DB59EDD5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6937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943BB27F-1470-42CA-91FF-D94BC691C8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6937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E997B002-17FD-47B3-A06A-76802FE15C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6937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E401EA35-9D2E-43B7-860F-EBB8A6C3E0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6937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F8C44827-3D81-4FF9-B4A5-5650D1B20A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6937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F613D97F-F6DF-4D32-AD91-209A80E7A2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6937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82B0ED5C-927D-4C5F-8F27-1B403820B9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6937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</p:grpSp>
      <p:sp>
        <p:nvSpPr>
          <p:cNvPr id="2" name="Titel 1">
            <a:extLst>
              <a:ext uri="{FF2B5EF4-FFF2-40B4-BE49-F238E27FC236}">
                <a16:creationId xmlns:a16="http://schemas.microsoft.com/office/drawing/2014/main" id="{2221E3F1-7625-1F40-9A50-608735DE00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02731" y="1542402"/>
            <a:ext cx="5186842" cy="2387918"/>
          </a:xfrm>
        </p:spPr>
        <p:txBody>
          <a:bodyPr anchor="b">
            <a:normAutofit/>
          </a:bodyPr>
          <a:lstStyle/>
          <a:p>
            <a:r>
              <a:rPr lang="de-DE" sz="4400" dirty="0" err="1">
                <a:solidFill>
                  <a:schemeClr val="tx2"/>
                </a:solidFill>
              </a:rPr>
              <a:t>Git</a:t>
            </a:r>
            <a:br>
              <a:rPr lang="de-DE" sz="4400" dirty="0">
                <a:solidFill>
                  <a:schemeClr val="tx2"/>
                </a:solidFill>
              </a:rPr>
            </a:br>
            <a:r>
              <a:rPr lang="de-DE" sz="4400" dirty="0">
                <a:solidFill>
                  <a:schemeClr val="tx2"/>
                </a:solidFill>
              </a:rPr>
              <a:t>-- </a:t>
            </a:r>
            <a:r>
              <a:rPr lang="de-DE" sz="4400" dirty="0" err="1">
                <a:solidFill>
                  <a:schemeClr val="tx2"/>
                </a:solidFill>
              </a:rPr>
              <a:t>From</a:t>
            </a:r>
            <a:r>
              <a:rPr lang="de-DE" sz="4400" dirty="0">
                <a:solidFill>
                  <a:schemeClr val="tx2"/>
                </a:solidFill>
              </a:rPr>
              <a:t> Zero </a:t>
            </a:r>
            <a:r>
              <a:rPr lang="de-DE" sz="4400" dirty="0" err="1">
                <a:solidFill>
                  <a:schemeClr val="tx2"/>
                </a:solidFill>
              </a:rPr>
              <a:t>To</a:t>
            </a:r>
            <a:r>
              <a:rPr lang="de-DE" sz="4400" dirty="0">
                <a:solidFill>
                  <a:schemeClr val="tx2"/>
                </a:solidFill>
              </a:rPr>
              <a:t> Hero – </a:t>
            </a:r>
            <a:br>
              <a:rPr lang="de-DE" sz="4400" dirty="0">
                <a:solidFill>
                  <a:schemeClr val="tx2"/>
                </a:solidFill>
              </a:rPr>
            </a:br>
            <a:r>
              <a:rPr lang="de-DE" sz="4400" dirty="0">
                <a:solidFill>
                  <a:schemeClr val="tx2"/>
                </a:solidFill>
              </a:rPr>
              <a:t>GitHub und </a:t>
            </a:r>
            <a:r>
              <a:rPr lang="de-DE" sz="4400" dirty="0" err="1">
                <a:solidFill>
                  <a:schemeClr val="tx2"/>
                </a:solidFill>
              </a:rPr>
              <a:t>GitLab</a:t>
            </a:r>
            <a:endParaRPr lang="de-DE" sz="4400" dirty="0">
              <a:solidFill>
                <a:schemeClr val="tx2"/>
              </a:solidFill>
            </a:endParaRP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3F60BFDF-DC72-E84E-8A6A-80B8F2D4A4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02135" y="4001587"/>
            <a:ext cx="5188034" cy="682079"/>
          </a:xfrm>
        </p:spPr>
        <p:txBody>
          <a:bodyPr>
            <a:normAutofit/>
          </a:bodyPr>
          <a:lstStyle/>
          <a:p>
            <a:r>
              <a:rPr lang="de-DE" sz="1500" dirty="0">
                <a:solidFill>
                  <a:schemeClr val="tx2"/>
                </a:solidFill>
              </a:rPr>
              <a:t>Dr. Frank Zimmer</a:t>
            </a:r>
          </a:p>
          <a:p>
            <a:r>
              <a:rPr lang="de-DE" sz="1500" dirty="0">
                <a:solidFill>
                  <a:schemeClr val="tx2"/>
                </a:solidFill>
              </a:rPr>
              <a:t>Dresden, 27.10.2025</a:t>
            </a:r>
          </a:p>
          <a:p>
            <a:endParaRPr lang="de-DE" sz="1500" dirty="0">
              <a:solidFill>
                <a:schemeClr val="tx2"/>
              </a:solidFill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87F87F1B-42BA-4AC7-A4E2-41544DDB2C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-4155"/>
            <a:ext cx="2514948" cy="2174333"/>
            <a:chOff x="-305" y="-4155"/>
            <a:chExt cx="2514948" cy="2174333"/>
          </a:xfrm>
        </p:grpSpPr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68B53067-4E48-4E71-A6A9-A8CAABAFBF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06D1A0D3-4BB8-41D9-9CE7-2884C83F44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81E20F06-3B09-4B89-A36B-AB8BFBCCA5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AE6C3D7-7D5B-4926-877D-45F117BB6B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967346A5-7569-4F15-AB5D-BE3DADF192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685727" y="4683666"/>
            <a:ext cx="2514948" cy="2174333"/>
            <a:chOff x="-305" y="-4155"/>
            <a:chExt cx="2514948" cy="2174333"/>
          </a:xfrm>
        </p:grpSpPr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E1951533-A568-4765-AB1F-F71D9AFDEA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A7214F52-4F3F-4C96-A62E-F1401D6C04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023146A1-291C-4FA0-AB5B-EB04D42398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62977932-2B03-4899-8306-5002CEE68E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4" name="Picture 8">
            <a:extLst>
              <a:ext uri="{FF2B5EF4-FFF2-40B4-BE49-F238E27FC236}">
                <a16:creationId xmlns:a16="http://schemas.microsoft.com/office/drawing/2014/main" id="{3738171C-F194-D9CC-7668-8A23B1C05B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103" y="176204"/>
            <a:ext cx="859721" cy="7935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>
            <a:extLst>
              <a:ext uri="{FF2B5EF4-FFF2-40B4-BE49-F238E27FC236}">
                <a16:creationId xmlns:a16="http://schemas.microsoft.com/office/drawing/2014/main" id="{881C574E-709E-07DD-1DDF-07C4D27902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78132" y="5809703"/>
            <a:ext cx="883480" cy="883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Logo Volkshochschule Dresden">
            <a:extLst>
              <a:ext uri="{FF2B5EF4-FFF2-40B4-BE49-F238E27FC236}">
                <a16:creationId xmlns:a16="http://schemas.microsoft.com/office/drawing/2014/main" id="{9E8AFE32-1B54-4CA2-CC4C-48A9DCBBC0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615761" y="164817"/>
            <a:ext cx="2378315" cy="5832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508196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70C4E0F-C973-FA4D-9E22-17B764BE90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Inhalt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0AA6D26-8F1B-E940-A1AA-4DA2175A84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62456" y="1253331"/>
            <a:ext cx="7242243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de-DE" dirty="0"/>
          </a:p>
          <a:p>
            <a:endParaRPr lang="de-DE" dirty="0"/>
          </a:p>
          <a:p>
            <a:r>
              <a:rPr lang="de-DE" dirty="0"/>
              <a:t>GitHub – </a:t>
            </a:r>
            <a:r>
              <a:rPr lang="de-DE" dirty="0" err="1"/>
              <a:t>Git</a:t>
            </a:r>
            <a:r>
              <a:rPr lang="de-DE" dirty="0"/>
              <a:t>-Hosting und CI/CD, </a:t>
            </a:r>
            <a:r>
              <a:rPr lang="de-DE" dirty="0" err="1"/>
              <a:t>etc</a:t>
            </a:r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pPr marL="0" indent="0">
              <a:buNone/>
            </a:pPr>
            <a:endParaRPr lang="de-DE" dirty="0"/>
          </a:p>
          <a:p>
            <a:r>
              <a:rPr lang="de-DE" dirty="0" err="1"/>
              <a:t>Gitlab</a:t>
            </a:r>
            <a:r>
              <a:rPr lang="de-DE" dirty="0"/>
              <a:t>  – </a:t>
            </a:r>
            <a:r>
              <a:rPr lang="de-DE" dirty="0" err="1"/>
              <a:t>Git</a:t>
            </a:r>
            <a:r>
              <a:rPr lang="de-DE" dirty="0"/>
              <a:t>-Hosting und CI/CD, </a:t>
            </a:r>
            <a:r>
              <a:rPr lang="de-DE" dirty="0" err="1"/>
              <a:t>etc</a:t>
            </a:r>
            <a:r>
              <a:rPr lang="de-DE" dirty="0"/>
              <a:t> </a:t>
            </a:r>
          </a:p>
        </p:txBody>
      </p:sp>
      <p:pic>
        <p:nvPicPr>
          <p:cNvPr id="2056" name="Picture 8">
            <a:extLst>
              <a:ext uri="{FF2B5EF4-FFF2-40B4-BE49-F238E27FC236}">
                <a16:creationId xmlns:a16="http://schemas.microsoft.com/office/drawing/2014/main" id="{2A9787D5-AC3A-EE40-8FD1-8103D6B47C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7906" y="4282183"/>
            <a:ext cx="1276552" cy="11783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 descr="Logo Volkshochschule Dresden">
            <a:extLst>
              <a:ext uri="{FF2B5EF4-FFF2-40B4-BE49-F238E27FC236}">
                <a16:creationId xmlns:a16="http://schemas.microsoft.com/office/drawing/2014/main" id="{8EECE1E4-DA42-AAA7-F7FE-BFC332FEB1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33547" y="86968"/>
            <a:ext cx="2226264" cy="5469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3809BE6C-AC83-C005-68B4-159E07B146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1258" y="1754841"/>
            <a:ext cx="1689847" cy="16898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717034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FCF7AB6-B6B3-F632-2460-AA5FBE7F92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7ADD6C35-4B10-4BFC-BAD6-56B49A790F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E4886810-E2C2-51FE-AA13-554FC8EDD4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3777859"/>
            <a:ext cx="5946579" cy="151418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>
                <a:solidFill>
                  <a:schemeClr val="tx2"/>
                </a:solidFill>
              </a:rPr>
              <a:t>GitHub</a:t>
            </a:r>
          </a:p>
        </p:txBody>
      </p:sp>
      <p:grpSp>
        <p:nvGrpSpPr>
          <p:cNvPr id="1033" name="Group 1032">
            <a:extLst>
              <a:ext uri="{FF2B5EF4-FFF2-40B4-BE49-F238E27FC236}">
                <a16:creationId xmlns:a16="http://schemas.microsoft.com/office/drawing/2014/main" id="{32AFDD1C-2418-460A-B0D3-EEF55EC823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866957" y="2290257"/>
            <a:ext cx="5324737" cy="4559213"/>
            <a:chOff x="6852124" y="2290257"/>
            <a:chExt cx="5330118" cy="4559213"/>
          </a:xfrm>
        </p:grpSpPr>
        <p:sp>
          <p:nvSpPr>
            <p:cNvPr id="1034" name="Freeform: Shape 1033">
              <a:extLst>
                <a:ext uri="{FF2B5EF4-FFF2-40B4-BE49-F238E27FC236}">
                  <a16:creationId xmlns:a16="http://schemas.microsoft.com/office/drawing/2014/main" id="{AF1D9B44-43EB-4833-B924-356EBE6D25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52124" y="2290257"/>
              <a:ext cx="5330118" cy="4559213"/>
            </a:xfrm>
            <a:custGeom>
              <a:avLst/>
              <a:gdLst>
                <a:gd name="connsiteX0" fmla="*/ 3444904 w 5330118"/>
                <a:gd name="connsiteY0" fmla="*/ 220 h 4559213"/>
                <a:gd name="connsiteX1" fmla="*/ 3769380 w 5330118"/>
                <a:gd name="connsiteY1" fmla="*/ 20786 h 4559213"/>
                <a:gd name="connsiteX2" fmla="*/ 4399652 w 5330118"/>
                <a:gd name="connsiteY2" fmla="*/ 157746 h 4559213"/>
                <a:gd name="connsiteX3" fmla="*/ 4978946 w 5330118"/>
                <a:gd name="connsiteY3" fmla="*/ 421156 h 4559213"/>
                <a:gd name="connsiteX4" fmla="*/ 5239909 w 5330118"/>
                <a:gd name="connsiteY4" fmla="*/ 596177 h 4559213"/>
                <a:gd name="connsiteX5" fmla="*/ 5330118 w 5330118"/>
                <a:gd name="connsiteY5" fmla="*/ 672101 h 4559213"/>
                <a:gd name="connsiteX6" fmla="*/ 5330118 w 5330118"/>
                <a:gd name="connsiteY6" fmla="*/ 817108 h 4559213"/>
                <a:gd name="connsiteX7" fmla="*/ 5165156 w 5330118"/>
                <a:gd name="connsiteY7" fmla="*/ 689392 h 4559213"/>
                <a:gd name="connsiteX8" fmla="*/ 4907074 w 5330118"/>
                <a:gd name="connsiteY8" fmla="*/ 537310 h 4559213"/>
                <a:gd name="connsiteX9" fmla="*/ 4344130 w 5330118"/>
                <a:gd name="connsiteY9" fmla="*/ 331280 h 4559213"/>
                <a:gd name="connsiteX10" fmla="*/ 3749396 w 5330118"/>
                <a:gd name="connsiteY10" fmla="*/ 251913 h 4559213"/>
                <a:gd name="connsiteX11" fmla="*/ 3153752 w 5330118"/>
                <a:gd name="connsiteY11" fmla="*/ 282158 h 4559213"/>
                <a:gd name="connsiteX12" fmla="*/ 2861381 w 5330118"/>
                <a:gd name="connsiteY12" fmla="*/ 336106 h 4559213"/>
                <a:gd name="connsiteX13" fmla="*/ 2574686 w 5330118"/>
                <a:gd name="connsiteY13" fmla="*/ 413220 h 4559213"/>
                <a:gd name="connsiteX14" fmla="*/ 2294918 w 5330118"/>
                <a:gd name="connsiteY14" fmla="*/ 511569 h 4559213"/>
                <a:gd name="connsiteX15" fmla="*/ 2023438 w 5330118"/>
                <a:gd name="connsiteY15" fmla="*/ 630404 h 4559213"/>
                <a:gd name="connsiteX16" fmla="*/ 1508751 w 5330118"/>
                <a:gd name="connsiteY16" fmla="*/ 922342 h 4559213"/>
                <a:gd name="connsiteX17" fmla="*/ 1387034 w 5330118"/>
                <a:gd name="connsiteY17" fmla="*/ 1006427 h 4559213"/>
                <a:gd name="connsiteX18" fmla="*/ 1327197 w 5330118"/>
                <a:gd name="connsiteY18" fmla="*/ 1049865 h 4559213"/>
                <a:gd name="connsiteX19" fmla="*/ 1268155 w 5330118"/>
                <a:gd name="connsiteY19" fmla="*/ 1094374 h 4559213"/>
                <a:gd name="connsiteX20" fmla="*/ 1040389 w 5330118"/>
                <a:gd name="connsiteY20" fmla="*/ 1283245 h 4559213"/>
                <a:gd name="connsiteX21" fmla="*/ 633794 w 5330118"/>
                <a:gd name="connsiteY21" fmla="*/ 1711714 h 4559213"/>
                <a:gd name="connsiteX22" fmla="*/ 460415 w 5330118"/>
                <a:gd name="connsiteY22" fmla="*/ 1950670 h 4559213"/>
                <a:gd name="connsiteX23" fmla="*/ 312810 w 5330118"/>
                <a:gd name="connsiteY23" fmla="*/ 2205715 h 4559213"/>
                <a:gd name="connsiteX24" fmla="*/ 280110 w 5330118"/>
                <a:gd name="connsiteY24" fmla="*/ 2271675 h 4559213"/>
                <a:gd name="connsiteX25" fmla="*/ 264214 w 5330118"/>
                <a:gd name="connsiteY25" fmla="*/ 2304923 h 4559213"/>
                <a:gd name="connsiteX26" fmla="*/ 249113 w 5330118"/>
                <a:gd name="connsiteY26" fmla="*/ 2338492 h 4559213"/>
                <a:gd name="connsiteX27" fmla="*/ 220272 w 5330118"/>
                <a:gd name="connsiteY27" fmla="*/ 2406168 h 4559213"/>
                <a:gd name="connsiteX28" fmla="*/ 193250 w 5330118"/>
                <a:gd name="connsiteY28" fmla="*/ 2474595 h 4559213"/>
                <a:gd name="connsiteX29" fmla="*/ 105368 w 5330118"/>
                <a:gd name="connsiteY29" fmla="*/ 2754843 h 4559213"/>
                <a:gd name="connsiteX30" fmla="*/ 34063 w 5330118"/>
                <a:gd name="connsiteY30" fmla="*/ 3335503 h 4559213"/>
                <a:gd name="connsiteX31" fmla="*/ 64038 w 5330118"/>
                <a:gd name="connsiteY31" fmla="*/ 3625404 h 4559213"/>
                <a:gd name="connsiteX32" fmla="*/ 155554 w 5330118"/>
                <a:gd name="connsiteY32" fmla="*/ 3902649 h 4559213"/>
                <a:gd name="connsiteX33" fmla="*/ 187118 w 5330118"/>
                <a:gd name="connsiteY33" fmla="*/ 3968931 h 4559213"/>
                <a:gd name="connsiteX34" fmla="*/ 222202 w 5330118"/>
                <a:gd name="connsiteY34" fmla="*/ 4033711 h 4559213"/>
                <a:gd name="connsiteX35" fmla="*/ 299980 w 5330118"/>
                <a:gd name="connsiteY35" fmla="*/ 4159303 h 4559213"/>
                <a:gd name="connsiteX36" fmla="*/ 385818 w 5330118"/>
                <a:gd name="connsiteY36" fmla="*/ 4280604 h 4559213"/>
                <a:gd name="connsiteX37" fmla="*/ 477786 w 5330118"/>
                <a:gd name="connsiteY37" fmla="*/ 4398474 h 4559213"/>
                <a:gd name="connsiteX38" fmla="*/ 609756 w 5330118"/>
                <a:gd name="connsiteY38" fmla="*/ 4559213 h 4559213"/>
                <a:gd name="connsiteX39" fmla="*/ 480825 w 5330118"/>
                <a:gd name="connsiteY39" fmla="*/ 4559213 h 4559213"/>
                <a:gd name="connsiteX40" fmla="*/ 404211 w 5330118"/>
                <a:gd name="connsiteY40" fmla="*/ 4446629 h 4559213"/>
                <a:gd name="connsiteX41" fmla="*/ 321439 w 5330118"/>
                <a:gd name="connsiteY41" fmla="*/ 4320180 h 4559213"/>
                <a:gd name="connsiteX42" fmla="*/ 242640 w 5330118"/>
                <a:gd name="connsiteY42" fmla="*/ 4190941 h 4559213"/>
                <a:gd name="connsiteX43" fmla="*/ 109909 w 5330118"/>
                <a:gd name="connsiteY43" fmla="*/ 3919809 h 4559213"/>
                <a:gd name="connsiteX44" fmla="*/ 26229 w 5330118"/>
                <a:gd name="connsiteY44" fmla="*/ 3632054 h 4559213"/>
                <a:gd name="connsiteX45" fmla="*/ 0 w 5330118"/>
                <a:gd name="connsiteY45" fmla="*/ 3335503 h 4559213"/>
                <a:gd name="connsiteX46" fmla="*/ 234352 w 5330118"/>
                <a:gd name="connsiteY46" fmla="*/ 2173647 h 4559213"/>
                <a:gd name="connsiteX47" fmla="*/ 360384 w 5330118"/>
                <a:gd name="connsiteY47" fmla="*/ 1898869 h 4559213"/>
                <a:gd name="connsiteX48" fmla="*/ 511282 w 5330118"/>
                <a:gd name="connsiteY48" fmla="*/ 1634172 h 4559213"/>
                <a:gd name="connsiteX49" fmla="*/ 884381 w 5330118"/>
                <a:gd name="connsiteY49" fmla="*/ 1143281 h 4559213"/>
                <a:gd name="connsiteX50" fmla="*/ 1104768 w 5330118"/>
                <a:gd name="connsiteY50" fmla="*/ 921806 h 4559213"/>
                <a:gd name="connsiteX51" fmla="*/ 1163128 w 5330118"/>
                <a:gd name="connsiteY51" fmla="*/ 869254 h 4559213"/>
                <a:gd name="connsiteX52" fmla="*/ 1222624 w 5330118"/>
                <a:gd name="connsiteY52" fmla="*/ 817773 h 4559213"/>
                <a:gd name="connsiteX53" fmla="*/ 1345591 w 5330118"/>
                <a:gd name="connsiteY53" fmla="*/ 718886 h 4559213"/>
                <a:gd name="connsiteX54" fmla="*/ 1883100 w 5330118"/>
                <a:gd name="connsiteY54" fmla="*/ 378362 h 4559213"/>
                <a:gd name="connsiteX55" fmla="*/ 3118895 w 5330118"/>
                <a:gd name="connsiteY55" fmla="*/ 13600 h 4559213"/>
                <a:gd name="connsiteX56" fmla="*/ 3444904 w 5330118"/>
                <a:gd name="connsiteY56" fmla="*/ 220 h 45592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</a:cxnLst>
              <a:rect l="l" t="t" r="r" b="b"/>
              <a:pathLst>
                <a:path w="5330118" h="4559213">
                  <a:moveTo>
                    <a:pt x="3444904" y="220"/>
                  </a:moveTo>
                  <a:cubicBezTo>
                    <a:pt x="3553706" y="1507"/>
                    <a:pt x="3662253" y="8452"/>
                    <a:pt x="3769380" y="20786"/>
                  </a:cubicBezTo>
                  <a:cubicBezTo>
                    <a:pt x="3983974" y="45668"/>
                    <a:pt x="4196072" y="90499"/>
                    <a:pt x="4399652" y="157746"/>
                  </a:cubicBezTo>
                  <a:cubicBezTo>
                    <a:pt x="4603235" y="224778"/>
                    <a:pt x="4797732" y="313798"/>
                    <a:pt x="4978946" y="421156"/>
                  </a:cubicBezTo>
                  <a:cubicBezTo>
                    <a:pt x="5069496" y="474943"/>
                    <a:pt x="5156611" y="533449"/>
                    <a:pt x="5239909" y="596177"/>
                  </a:cubicBezTo>
                  <a:lnTo>
                    <a:pt x="5330118" y="672101"/>
                  </a:lnTo>
                  <a:lnTo>
                    <a:pt x="5330118" y="817108"/>
                  </a:lnTo>
                  <a:lnTo>
                    <a:pt x="5165156" y="689392"/>
                  </a:lnTo>
                  <a:cubicBezTo>
                    <a:pt x="5082384" y="633729"/>
                    <a:pt x="4996431" y="582355"/>
                    <a:pt x="4907074" y="537310"/>
                  </a:cubicBezTo>
                  <a:cubicBezTo>
                    <a:pt x="4728926" y="446145"/>
                    <a:pt x="4538970" y="377933"/>
                    <a:pt x="4344130" y="331280"/>
                  </a:cubicBezTo>
                  <a:cubicBezTo>
                    <a:pt x="4149292" y="284518"/>
                    <a:pt x="3949571" y="258885"/>
                    <a:pt x="3749396" y="251913"/>
                  </a:cubicBezTo>
                  <a:cubicBezTo>
                    <a:pt x="3548993" y="243976"/>
                    <a:pt x="3350636" y="254701"/>
                    <a:pt x="3153752" y="282158"/>
                  </a:cubicBezTo>
                  <a:cubicBezTo>
                    <a:pt x="3055539" y="296422"/>
                    <a:pt x="2957892" y="314119"/>
                    <a:pt x="2861381" y="336106"/>
                  </a:cubicBezTo>
                  <a:cubicBezTo>
                    <a:pt x="2764870" y="358414"/>
                    <a:pt x="2669154" y="383833"/>
                    <a:pt x="2574686" y="413220"/>
                  </a:cubicBezTo>
                  <a:cubicBezTo>
                    <a:pt x="2480219" y="442499"/>
                    <a:pt x="2386888" y="475318"/>
                    <a:pt x="2294918" y="511569"/>
                  </a:cubicBezTo>
                  <a:cubicBezTo>
                    <a:pt x="2203063" y="547928"/>
                    <a:pt x="2112455" y="587610"/>
                    <a:pt x="2023438" y="630404"/>
                  </a:cubicBezTo>
                  <a:cubicBezTo>
                    <a:pt x="1845404" y="715883"/>
                    <a:pt x="1673274" y="813375"/>
                    <a:pt x="1508751" y="922342"/>
                  </a:cubicBezTo>
                  <a:cubicBezTo>
                    <a:pt x="1467763" y="949692"/>
                    <a:pt x="1426887" y="977470"/>
                    <a:pt x="1387034" y="1006427"/>
                  </a:cubicBezTo>
                  <a:cubicBezTo>
                    <a:pt x="1366824" y="1020585"/>
                    <a:pt x="1347067" y="1035279"/>
                    <a:pt x="1327197" y="1049865"/>
                  </a:cubicBezTo>
                  <a:cubicBezTo>
                    <a:pt x="1307213" y="1064343"/>
                    <a:pt x="1287571" y="1079252"/>
                    <a:pt x="1268155" y="1094374"/>
                  </a:cubicBezTo>
                  <a:cubicBezTo>
                    <a:pt x="1190152" y="1154757"/>
                    <a:pt x="1113851" y="1217392"/>
                    <a:pt x="1040389" y="1283245"/>
                  </a:cubicBezTo>
                  <a:cubicBezTo>
                    <a:pt x="893125" y="1414521"/>
                    <a:pt x="756533" y="1557701"/>
                    <a:pt x="633794" y="1711714"/>
                  </a:cubicBezTo>
                  <a:cubicBezTo>
                    <a:pt x="572480" y="1788721"/>
                    <a:pt x="514461" y="1868409"/>
                    <a:pt x="460415" y="1950670"/>
                  </a:cubicBezTo>
                  <a:cubicBezTo>
                    <a:pt x="407277" y="2033362"/>
                    <a:pt x="357091" y="2118091"/>
                    <a:pt x="312810" y="2205715"/>
                  </a:cubicBezTo>
                  <a:cubicBezTo>
                    <a:pt x="301342" y="2227488"/>
                    <a:pt x="290669" y="2249581"/>
                    <a:pt x="280110" y="2271675"/>
                  </a:cubicBezTo>
                  <a:lnTo>
                    <a:pt x="264214" y="2304923"/>
                  </a:lnTo>
                  <a:lnTo>
                    <a:pt x="249113" y="2338492"/>
                  </a:lnTo>
                  <a:cubicBezTo>
                    <a:pt x="239234" y="2360908"/>
                    <a:pt x="229243" y="2383324"/>
                    <a:pt x="220272" y="2406168"/>
                  </a:cubicBezTo>
                  <a:cubicBezTo>
                    <a:pt x="211302" y="2429012"/>
                    <a:pt x="201425" y="2451536"/>
                    <a:pt x="193250" y="2474595"/>
                  </a:cubicBezTo>
                  <a:cubicBezTo>
                    <a:pt x="158279" y="2566187"/>
                    <a:pt x="128643" y="2659711"/>
                    <a:pt x="105368" y="2754843"/>
                  </a:cubicBezTo>
                  <a:cubicBezTo>
                    <a:pt x="58134" y="2944678"/>
                    <a:pt x="33950" y="3140091"/>
                    <a:pt x="34063" y="3335503"/>
                  </a:cubicBezTo>
                  <a:cubicBezTo>
                    <a:pt x="34630" y="3432888"/>
                    <a:pt x="44282" y="3530058"/>
                    <a:pt x="64038" y="3625404"/>
                  </a:cubicBezTo>
                  <a:cubicBezTo>
                    <a:pt x="84817" y="3720536"/>
                    <a:pt x="114905" y="3813631"/>
                    <a:pt x="155554" y="3902649"/>
                  </a:cubicBezTo>
                  <a:cubicBezTo>
                    <a:pt x="165205" y="3925066"/>
                    <a:pt x="176446" y="3946945"/>
                    <a:pt x="187118" y="3968931"/>
                  </a:cubicBezTo>
                  <a:cubicBezTo>
                    <a:pt x="198700" y="3990597"/>
                    <a:pt x="209713" y="4012475"/>
                    <a:pt x="222202" y="4033711"/>
                  </a:cubicBezTo>
                  <a:cubicBezTo>
                    <a:pt x="246047" y="4076612"/>
                    <a:pt x="272615" y="4118225"/>
                    <a:pt x="299980" y="4159303"/>
                  </a:cubicBezTo>
                  <a:cubicBezTo>
                    <a:pt x="327230" y="4200488"/>
                    <a:pt x="356410" y="4240599"/>
                    <a:pt x="385818" y="4280604"/>
                  </a:cubicBezTo>
                  <a:cubicBezTo>
                    <a:pt x="415679" y="4320287"/>
                    <a:pt x="446676" y="4359434"/>
                    <a:pt x="477786" y="4398474"/>
                  </a:cubicBezTo>
                  <a:lnTo>
                    <a:pt x="609756" y="4559213"/>
                  </a:lnTo>
                  <a:lnTo>
                    <a:pt x="480825" y="4559213"/>
                  </a:lnTo>
                  <a:lnTo>
                    <a:pt x="404211" y="4446629"/>
                  </a:lnTo>
                  <a:cubicBezTo>
                    <a:pt x="376166" y="4404802"/>
                    <a:pt x="348461" y="4362759"/>
                    <a:pt x="321439" y="4320180"/>
                  </a:cubicBezTo>
                  <a:cubicBezTo>
                    <a:pt x="294415" y="4277601"/>
                    <a:pt x="267619" y="4234915"/>
                    <a:pt x="242640" y="4190941"/>
                  </a:cubicBezTo>
                  <a:cubicBezTo>
                    <a:pt x="192568" y="4103424"/>
                    <a:pt x="146584" y="4013334"/>
                    <a:pt x="109909" y="3919809"/>
                  </a:cubicBezTo>
                  <a:cubicBezTo>
                    <a:pt x="72554" y="3826608"/>
                    <a:pt x="44850" y="3729975"/>
                    <a:pt x="26229" y="3632054"/>
                  </a:cubicBezTo>
                  <a:cubicBezTo>
                    <a:pt x="8403" y="3534134"/>
                    <a:pt x="0" y="3434711"/>
                    <a:pt x="0" y="3335503"/>
                  </a:cubicBezTo>
                  <a:cubicBezTo>
                    <a:pt x="1476" y="2939959"/>
                    <a:pt x="82433" y="2545488"/>
                    <a:pt x="234352" y="2173647"/>
                  </a:cubicBezTo>
                  <a:cubicBezTo>
                    <a:pt x="272502" y="2080767"/>
                    <a:pt x="313831" y="1988745"/>
                    <a:pt x="360384" y="1898869"/>
                  </a:cubicBezTo>
                  <a:cubicBezTo>
                    <a:pt x="406255" y="1808669"/>
                    <a:pt x="456781" y="1720402"/>
                    <a:pt x="511282" y="1634172"/>
                  </a:cubicBezTo>
                  <a:cubicBezTo>
                    <a:pt x="620396" y="1461818"/>
                    <a:pt x="744951" y="1296973"/>
                    <a:pt x="884381" y="1143281"/>
                  </a:cubicBezTo>
                  <a:cubicBezTo>
                    <a:pt x="954438" y="1066703"/>
                    <a:pt x="1027559" y="992378"/>
                    <a:pt x="1104768" y="921806"/>
                  </a:cubicBezTo>
                  <a:cubicBezTo>
                    <a:pt x="1123956" y="904003"/>
                    <a:pt x="1143258" y="886414"/>
                    <a:pt x="1163128" y="869254"/>
                  </a:cubicBezTo>
                  <a:cubicBezTo>
                    <a:pt x="1182885" y="851985"/>
                    <a:pt x="1202300" y="834396"/>
                    <a:pt x="1222624" y="817773"/>
                  </a:cubicBezTo>
                  <a:cubicBezTo>
                    <a:pt x="1262819" y="783988"/>
                    <a:pt x="1304034" y="751277"/>
                    <a:pt x="1345591" y="718886"/>
                  </a:cubicBezTo>
                  <a:cubicBezTo>
                    <a:pt x="1512612" y="590184"/>
                    <a:pt x="1693030" y="476176"/>
                    <a:pt x="1883100" y="378362"/>
                  </a:cubicBezTo>
                  <a:cubicBezTo>
                    <a:pt x="2263126" y="182628"/>
                    <a:pt x="2685504" y="54677"/>
                    <a:pt x="3118895" y="13600"/>
                  </a:cubicBezTo>
                  <a:cubicBezTo>
                    <a:pt x="3227044" y="3304"/>
                    <a:pt x="3336102" y="-1067"/>
                    <a:pt x="3444904" y="22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5" name="Freeform: Shape 1034">
              <a:extLst>
                <a:ext uri="{FF2B5EF4-FFF2-40B4-BE49-F238E27FC236}">
                  <a16:creationId xmlns:a16="http://schemas.microsoft.com/office/drawing/2014/main" id="{A32CECE0-15B8-4DAB-B839-B0082C6FFC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74598" y="2512952"/>
              <a:ext cx="5307644" cy="4336518"/>
            </a:xfrm>
            <a:custGeom>
              <a:avLst/>
              <a:gdLst>
                <a:gd name="connsiteX0" fmla="*/ 5307644 w 5307644"/>
                <a:gd name="connsiteY0" fmla="*/ 4310537 h 4336518"/>
                <a:gd name="connsiteX1" fmla="*/ 5307644 w 5307644"/>
                <a:gd name="connsiteY1" fmla="*/ 4336518 h 4336518"/>
                <a:gd name="connsiteX2" fmla="*/ 5271469 w 5307644"/>
                <a:gd name="connsiteY2" fmla="*/ 4336518 h 4336518"/>
                <a:gd name="connsiteX3" fmla="*/ 3433280 w 5307644"/>
                <a:gd name="connsiteY3" fmla="*/ 1379 h 4336518"/>
                <a:gd name="connsiteX4" fmla="*/ 3739290 w 5307644"/>
                <a:gd name="connsiteY4" fmla="*/ 5668 h 4336518"/>
                <a:gd name="connsiteX5" fmla="*/ 4345494 w 5307644"/>
                <a:gd name="connsiteY5" fmla="*/ 94581 h 4336518"/>
                <a:gd name="connsiteX6" fmla="*/ 4922289 w 5307644"/>
                <a:gd name="connsiteY6" fmla="*/ 300933 h 4336518"/>
                <a:gd name="connsiteX7" fmla="*/ 5188801 w 5307644"/>
                <a:gd name="connsiteY7" fmla="*/ 449771 h 4336518"/>
                <a:gd name="connsiteX8" fmla="*/ 5307644 w 5307644"/>
                <a:gd name="connsiteY8" fmla="*/ 531018 h 4336518"/>
                <a:gd name="connsiteX9" fmla="*/ 5307644 w 5307644"/>
                <a:gd name="connsiteY9" fmla="*/ 868543 h 4336518"/>
                <a:gd name="connsiteX10" fmla="*/ 5256558 w 5307644"/>
                <a:gd name="connsiteY10" fmla="*/ 823998 h 4336518"/>
                <a:gd name="connsiteX11" fmla="*/ 4794554 w 5307644"/>
                <a:gd name="connsiteY11" fmla="*/ 538923 h 4336518"/>
                <a:gd name="connsiteX12" fmla="*/ 4274643 w 5307644"/>
                <a:gd name="connsiteY12" fmla="*/ 359921 h 4336518"/>
                <a:gd name="connsiteX13" fmla="*/ 3722940 w 5307644"/>
                <a:gd name="connsiteY13" fmla="*/ 285703 h 4336518"/>
                <a:gd name="connsiteX14" fmla="*/ 3163858 w 5307644"/>
                <a:gd name="connsiteY14" fmla="*/ 304579 h 4336518"/>
                <a:gd name="connsiteX15" fmla="*/ 2615108 w 5307644"/>
                <a:gd name="connsiteY15" fmla="*/ 413546 h 4336518"/>
                <a:gd name="connsiteX16" fmla="*/ 2090201 w 5307644"/>
                <a:gd name="connsiteY16" fmla="*/ 603167 h 4336518"/>
                <a:gd name="connsiteX17" fmla="*/ 1152228 w 5307644"/>
                <a:gd name="connsiteY17" fmla="*/ 1185758 h 4336518"/>
                <a:gd name="connsiteX18" fmla="*/ 768796 w 5307644"/>
                <a:gd name="connsiteY18" fmla="*/ 1574544 h 4336518"/>
                <a:gd name="connsiteX19" fmla="*/ 465637 w 5307644"/>
                <a:gd name="connsiteY19" fmla="*/ 2021033 h 4336518"/>
                <a:gd name="connsiteX20" fmla="*/ 259898 w 5307644"/>
                <a:gd name="connsiteY20" fmla="*/ 2514605 h 4336518"/>
                <a:gd name="connsiteX21" fmla="*/ 185075 w 5307644"/>
                <a:gd name="connsiteY21" fmla="*/ 3040781 h 4336518"/>
                <a:gd name="connsiteX22" fmla="*/ 216639 w 5307644"/>
                <a:gd name="connsiteY22" fmla="*/ 3298400 h 4336518"/>
                <a:gd name="connsiteX23" fmla="*/ 309857 w 5307644"/>
                <a:gd name="connsiteY23" fmla="*/ 3539393 h 4336518"/>
                <a:gd name="connsiteX24" fmla="*/ 374918 w 5307644"/>
                <a:gd name="connsiteY24" fmla="*/ 3652866 h 4336518"/>
                <a:gd name="connsiteX25" fmla="*/ 449628 w 5307644"/>
                <a:gd name="connsiteY25" fmla="*/ 3762691 h 4336518"/>
                <a:gd name="connsiteX26" fmla="*/ 622212 w 5307644"/>
                <a:gd name="connsiteY26" fmla="*/ 3974942 h 4336518"/>
                <a:gd name="connsiteX27" fmla="*/ 808989 w 5307644"/>
                <a:gd name="connsiteY27" fmla="*/ 4188802 h 4336518"/>
                <a:gd name="connsiteX28" fmla="*/ 901868 w 5307644"/>
                <a:gd name="connsiteY28" fmla="*/ 4300450 h 4336518"/>
                <a:gd name="connsiteX29" fmla="*/ 931233 w 5307644"/>
                <a:gd name="connsiteY29" fmla="*/ 4336518 h 4336518"/>
                <a:gd name="connsiteX30" fmla="*/ 512426 w 5307644"/>
                <a:gd name="connsiteY30" fmla="*/ 4336518 h 4336518"/>
                <a:gd name="connsiteX31" fmla="*/ 379799 w 5307644"/>
                <a:gd name="connsiteY31" fmla="*/ 4138930 h 4336518"/>
                <a:gd name="connsiteX32" fmla="*/ 226177 w 5307644"/>
                <a:gd name="connsiteY32" fmla="*/ 3891071 h 4336518"/>
                <a:gd name="connsiteX33" fmla="*/ 156916 w 5307644"/>
                <a:gd name="connsiteY33" fmla="*/ 3759688 h 4336518"/>
                <a:gd name="connsiteX34" fmla="*/ 98101 w 5307644"/>
                <a:gd name="connsiteY34" fmla="*/ 3622191 h 4336518"/>
                <a:gd name="connsiteX35" fmla="*/ 53025 w 5307644"/>
                <a:gd name="connsiteY35" fmla="*/ 3479547 h 4336518"/>
                <a:gd name="connsiteX36" fmla="*/ 36221 w 5307644"/>
                <a:gd name="connsiteY36" fmla="*/ 3406831 h 4336518"/>
                <a:gd name="connsiteX37" fmla="*/ 28841 w 5307644"/>
                <a:gd name="connsiteY37" fmla="*/ 3370365 h 4336518"/>
                <a:gd name="connsiteX38" fmla="*/ 22709 w 5307644"/>
                <a:gd name="connsiteY38" fmla="*/ 3333792 h 4336518"/>
                <a:gd name="connsiteX39" fmla="*/ 0 w 5307644"/>
                <a:gd name="connsiteY39" fmla="*/ 3040781 h 4336518"/>
                <a:gd name="connsiteX40" fmla="*/ 63017 w 5307644"/>
                <a:gd name="connsiteY40" fmla="*/ 2469880 h 4336518"/>
                <a:gd name="connsiteX41" fmla="*/ 252405 w 5307644"/>
                <a:gd name="connsiteY41" fmla="*/ 1922897 h 4336518"/>
                <a:gd name="connsiteX42" fmla="*/ 962499 w 5307644"/>
                <a:gd name="connsiteY42" fmla="*/ 993992 h 4336518"/>
                <a:gd name="connsiteX43" fmla="*/ 1433359 w 5307644"/>
                <a:gd name="connsiteY43" fmla="*/ 630088 h 4336518"/>
                <a:gd name="connsiteX44" fmla="*/ 1959628 w 5307644"/>
                <a:gd name="connsiteY44" fmla="*/ 341151 h 4336518"/>
                <a:gd name="connsiteX45" fmla="*/ 3127865 w 5307644"/>
                <a:gd name="connsiteY45" fmla="*/ 22508 h 4336518"/>
                <a:gd name="connsiteX46" fmla="*/ 3433280 w 5307644"/>
                <a:gd name="connsiteY46" fmla="*/ 1379 h 43365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307644" h="4336518">
                  <a:moveTo>
                    <a:pt x="5307644" y="4310537"/>
                  </a:moveTo>
                  <a:lnTo>
                    <a:pt x="5307644" y="4336518"/>
                  </a:lnTo>
                  <a:lnTo>
                    <a:pt x="5271469" y="4336518"/>
                  </a:lnTo>
                  <a:close/>
                  <a:moveTo>
                    <a:pt x="3433280" y="1379"/>
                  </a:moveTo>
                  <a:cubicBezTo>
                    <a:pt x="3535397" y="-1410"/>
                    <a:pt x="3637614" y="38"/>
                    <a:pt x="3739290" y="5668"/>
                  </a:cubicBezTo>
                  <a:cubicBezTo>
                    <a:pt x="3942986" y="17360"/>
                    <a:pt x="4146567" y="45995"/>
                    <a:pt x="4345494" y="94581"/>
                  </a:cubicBezTo>
                  <a:cubicBezTo>
                    <a:pt x="4544420" y="143059"/>
                    <a:pt x="4738691" y="211700"/>
                    <a:pt x="4922289" y="300933"/>
                  </a:cubicBezTo>
                  <a:cubicBezTo>
                    <a:pt x="5013975" y="345550"/>
                    <a:pt x="5103219" y="395127"/>
                    <a:pt x="5188801" y="449771"/>
                  </a:cubicBezTo>
                  <a:lnTo>
                    <a:pt x="5307644" y="531018"/>
                  </a:lnTo>
                  <a:lnTo>
                    <a:pt x="5307644" y="868543"/>
                  </a:lnTo>
                  <a:lnTo>
                    <a:pt x="5256558" y="823998"/>
                  </a:lnTo>
                  <a:cubicBezTo>
                    <a:pt x="5114289" y="712993"/>
                    <a:pt x="4959758" y="616466"/>
                    <a:pt x="4794554" y="538923"/>
                  </a:cubicBezTo>
                  <a:cubicBezTo>
                    <a:pt x="4629462" y="461166"/>
                    <a:pt x="4454722" y="401534"/>
                    <a:pt x="4274643" y="359921"/>
                  </a:cubicBezTo>
                  <a:cubicBezTo>
                    <a:pt x="4094566" y="318200"/>
                    <a:pt x="3909491" y="294176"/>
                    <a:pt x="3722940" y="285703"/>
                  </a:cubicBezTo>
                  <a:cubicBezTo>
                    <a:pt x="3536050" y="276800"/>
                    <a:pt x="3349387" y="282700"/>
                    <a:pt x="3163858" y="304579"/>
                  </a:cubicBezTo>
                  <a:cubicBezTo>
                    <a:pt x="2978444" y="326565"/>
                    <a:pt x="2794732" y="363353"/>
                    <a:pt x="2615108" y="413546"/>
                  </a:cubicBezTo>
                  <a:cubicBezTo>
                    <a:pt x="2435370" y="463526"/>
                    <a:pt x="2260060" y="528198"/>
                    <a:pt x="2090201" y="603167"/>
                  </a:cubicBezTo>
                  <a:cubicBezTo>
                    <a:pt x="1749461" y="751496"/>
                    <a:pt x="1431316" y="948195"/>
                    <a:pt x="1152228" y="1185758"/>
                  </a:cubicBezTo>
                  <a:cubicBezTo>
                    <a:pt x="1013139" y="1304915"/>
                    <a:pt x="884268" y="1434903"/>
                    <a:pt x="768796" y="1574544"/>
                  </a:cubicBezTo>
                  <a:cubicBezTo>
                    <a:pt x="653096" y="1713971"/>
                    <a:pt x="551021" y="1863481"/>
                    <a:pt x="465637" y="2021033"/>
                  </a:cubicBezTo>
                  <a:cubicBezTo>
                    <a:pt x="380253" y="2178478"/>
                    <a:pt x="309176" y="2343324"/>
                    <a:pt x="259898" y="2514605"/>
                  </a:cubicBezTo>
                  <a:cubicBezTo>
                    <a:pt x="210508" y="2685457"/>
                    <a:pt x="184960" y="2863065"/>
                    <a:pt x="185075" y="3040781"/>
                  </a:cubicBezTo>
                  <a:cubicBezTo>
                    <a:pt x="186096" y="3128084"/>
                    <a:pt x="195180" y="3214743"/>
                    <a:pt x="216639" y="3298400"/>
                  </a:cubicBezTo>
                  <a:cubicBezTo>
                    <a:pt x="237759" y="3382163"/>
                    <a:pt x="270572" y="3462280"/>
                    <a:pt x="309857" y="3539393"/>
                  </a:cubicBezTo>
                  <a:cubicBezTo>
                    <a:pt x="329727" y="3577897"/>
                    <a:pt x="351755" y="3615649"/>
                    <a:pt x="374918" y="3652866"/>
                  </a:cubicBezTo>
                  <a:cubicBezTo>
                    <a:pt x="398420" y="3689974"/>
                    <a:pt x="423514" y="3726548"/>
                    <a:pt x="449628" y="3762691"/>
                  </a:cubicBezTo>
                  <a:cubicBezTo>
                    <a:pt x="502539" y="3834764"/>
                    <a:pt x="561354" y="3904692"/>
                    <a:pt x="622212" y="3974942"/>
                  </a:cubicBezTo>
                  <a:cubicBezTo>
                    <a:pt x="683071" y="4045299"/>
                    <a:pt x="746655" y="4115657"/>
                    <a:pt x="808989" y="4188802"/>
                  </a:cubicBezTo>
                  <a:cubicBezTo>
                    <a:pt x="840214" y="4225267"/>
                    <a:pt x="871097" y="4262591"/>
                    <a:pt x="901868" y="4300450"/>
                  </a:cubicBezTo>
                  <a:lnTo>
                    <a:pt x="931233" y="4336518"/>
                  </a:lnTo>
                  <a:lnTo>
                    <a:pt x="512426" y="4336518"/>
                  </a:lnTo>
                  <a:lnTo>
                    <a:pt x="379799" y="4138930"/>
                  </a:lnTo>
                  <a:cubicBezTo>
                    <a:pt x="327002" y="4059028"/>
                    <a:pt x="274886" y="3976765"/>
                    <a:pt x="226177" y="3891071"/>
                  </a:cubicBezTo>
                  <a:cubicBezTo>
                    <a:pt x="201878" y="3848171"/>
                    <a:pt x="178376" y="3804519"/>
                    <a:pt x="156916" y="3759688"/>
                  </a:cubicBezTo>
                  <a:cubicBezTo>
                    <a:pt x="135570" y="3714750"/>
                    <a:pt x="115700" y="3668954"/>
                    <a:pt x="98101" y="3622191"/>
                  </a:cubicBezTo>
                  <a:cubicBezTo>
                    <a:pt x="80842" y="3575323"/>
                    <a:pt x="65514" y="3527810"/>
                    <a:pt x="53025" y="3479547"/>
                  </a:cubicBezTo>
                  <a:cubicBezTo>
                    <a:pt x="47121" y="3455416"/>
                    <a:pt x="41103" y="3431176"/>
                    <a:pt x="36221" y="3406831"/>
                  </a:cubicBezTo>
                  <a:lnTo>
                    <a:pt x="28841" y="3370365"/>
                  </a:lnTo>
                  <a:lnTo>
                    <a:pt x="22709" y="3333792"/>
                  </a:lnTo>
                  <a:cubicBezTo>
                    <a:pt x="6700" y="3236194"/>
                    <a:pt x="0" y="3138058"/>
                    <a:pt x="0" y="3040781"/>
                  </a:cubicBezTo>
                  <a:cubicBezTo>
                    <a:pt x="454" y="2849337"/>
                    <a:pt x="21687" y="2657893"/>
                    <a:pt x="63017" y="2469880"/>
                  </a:cubicBezTo>
                  <a:cubicBezTo>
                    <a:pt x="104233" y="2281976"/>
                    <a:pt x="167362" y="2097718"/>
                    <a:pt x="252405" y="1922897"/>
                  </a:cubicBezTo>
                  <a:cubicBezTo>
                    <a:pt x="423286" y="1573257"/>
                    <a:pt x="670922" y="1260405"/>
                    <a:pt x="962499" y="993992"/>
                  </a:cubicBezTo>
                  <a:cubicBezTo>
                    <a:pt x="1108628" y="860786"/>
                    <a:pt x="1266566" y="739269"/>
                    <a:pt x="1433359" y="630088"/>
                  </a:cubicBezTo>
                  <a:cubicBezTo>
                    <a:pt x="1600380" y="521013"/>
                    <a:pt x="1776144" y="423843"/>
                    <a:pt x="1959628" y="341151"/>
                  </a:cubicBezTo>
                  <a:cubicBezTo>
                    <a:pt x="2327051" y="176950"/>
                    <a:pt x="2722633" y="68411"/>
                    <a:pt x="3127865" y="22508"/>
                  </a:cubicBezTo>
                  <a:cubicBezTo>
                    <a:pt x="3229145" y="11193"/>
                    <a:pt x="3331163" y="4168"/>
                    <a:pt x="3433280" y="137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6" name="Freeform: Shape 1035">
              <a:extLst>
                <a:ext uri="{FF2B5EF4-FFF2-40B4-BE49-F238E27FC236}">
                  <a16:creationId xmlns:a16="http://schemas.microsoft.com/office/drawing/2014/main" id="{0C5373BF-BD61-4FCF-8ECF-21DFEBE09D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73412" y="2537732"/>
              <a:ext cx="5308830" cy="4311738"/>
            </a:xfrm>
            <a:custGeom>
              <a:avLst/>
              <a:gdLst>
                <a:gd name="connsiteX0" fmla="*/ 5308830 w 5308830"/>
                <a:gd name="connsiteY0" fmla="*/ 4026353 h 4311738"/>
                <a:gd name="connsiteX1" fmla="*/ 5308830 w 5308830"/>
                <a:gd name="connsiteY1" fmla="*/ 4311738 h 4311738"/>
                <a:gd name="connsiteX2" fmla="*/ 4948051 w 5308830"/>
                <a:gd name="connsiteY2" fmla="*/ 4311738 h 4311738"/>
                <a:gd name="connsiteX3" fmla="*/ 5002803 w 5308830"/>
                <a:gd name="connsiteY3" fmla="*/ 4271506 h 4311738"/>
                <a:gd name="connsiteX4" fmla="*/ 5221147 w 5308830"/>
                <a:gd name="connsiteY4" fmla="*/ 4102386 h 4311738"/>
                <a:gd name="connsiteX5" fmla="*/ 3595773 w 5308830"/>
                <a:gd name="connsiteY5" fmla="*/ 0 h 4311738"/>
                <a:gd name="connsiteX6" fmla="*/ 5271266 w 5308830"/>
                <a:gd name="connsiteY6" fmla="*/ 516192 h 4311738"/>
                <a:gd name="connsiteX7" fmla="*/ 5308830 w 5308830"/>
                <a:gd name="connsiteY7" fmla="*/ 546905 h 4311738"/>
                <a:gd name="connsiteX8" fmla="*/ 5308830 w 5308830"/>
                <a:gd name="connsiteY8" fmla="*/ 1314056 h 4311738"/>
                <a:gd name="connsiteX9" fmla="*/ 5241798 w 5308830"/>
                <a:gd name="connsiteY9" fmla="*/ 1229961 h 4311738"/>
                <a:gd name="connsiteX10" fmla="*/ 4547599 w 5308830"/>
                <a:gd name="connsiteY10" fmla="*/ 723841 h 4311738"/>
                <a:gd name="connsiteX11" fmla="*/ 3595773 w 5308830"/>
                <a:gd name="connsiteY11" fmla="*/ 536258 h 4311738"/>
                <a:gd name="connsiteX12" fmla="*/ 2484874 w 5308830"/>
                <a:gd name="connsiteY12" fmla="*/ 738106 h 4311738"/>
                <a:gd name="connsiteX13" fmla="*/ 1497964 w 5308830"/>
                <a:gd name="connsiteY13" fmla="*/ 1292596 h 4311738"/>
                <a:gd name="connsiteX14" fmla="*/ 815348 w 5308830"/>
                <a:gd name="connsiteY14" fmla="*/ 2092157 h 4311738"/>
                <a:gd name="connsiteX15" fmla="*/ 567825 w 5308830"/>
                <a:gd name="connsiteY15" fmla="*/ 3022671 h 4311738"/>
                <a:gd name="connsiteX16" fmla="*/ 977486 w 5308830"/>
                <a:gd name="connsiteY16" fmla="*/ 3886690 h 4311738"/>
                <a:gd name="connsiteX17" fmla="*/ 1183907 w 5308830"/>
                <a:gd name="connsiteY17" fmla="*/ 4160932 h 4311738"/>
                <a:gd name="connsiteX18" fmla="*/ 1285607 w 5308830"/>
                <a:gd name="connsiteY18" fmla="*/ 4296799 h 4311738"/>
                <a:gd name="connsiteX19" fmla="*/ 1297817 w 5308830"/>
                <a:gd name="connsiteY19" fmla="*/ 4311738 h 4311738"/>
                <a:gd name="connsiteX20" fmla="*/ 602176 w 5308830"/>
                <a:gd name="connsiteY20" fmla="*/ 4311738 h 4311738"/>
                <a:gd name="connsiteX21" fmla="*/ 583893 w 5308830"/>
                <a:gd name="connsiteY21" fmla="*/ 4287205 h 4311738"/>
                <a:gd name="connsiteX22" fmla="*/ 0 w 5308830"/>
                <a:gd name="connsiteY22" fmla="*/ 3022564 h 4311738"/>
                <a:gd name="connsiteX23" fmla="*/ 3595773 w 5308830"/>
                <a:gd name="connsiteY23" fmla="*/ 0 h 4311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5308830" h="4311738">
                  <a:moveTo>
                    <a:pt x="5308830" y="4026353"/>
                  </a:moveTo>
                  <a:lnTo>
                    <a:pt x="5308830" y="4311738"/>
                  </a:lnTo>
                  <a:lnTo>
                    <a:pt x="4948051" y="4311738"/>
                  </a:lnTo>
                  <a:lnTo>
                    <a:pt x="5002803" y="4271506"/>
                  </a:lnTo>
                  <a:cubicBezTo>
                    <a:pt x="5078400" y="4214990"/>
                    <a:pt x="5151610" y="4158780"/>
                    <a:pt x="5221147" y="4102386"/>
                  </a:cubicBezTo>
                  <a:close/>
                  <a:moveTo>
                    <a:pt x="3595773" y="0"/>
                  </a:moveTo>
                  <a:cubicBezTo>
                    <a:pt x="4261231" y="0"/>
                    <a:pt x="4825666" y="190293"/>
                    <a:pt x="5271266" y="516192"/>
                  </a:cubicBezTo>
                  <a:lnTo>
                    <a:pt x="5308830" y="546905"/>
                  </a:lnTo>
                  <a:lnTo>
                    <a:pt x="5308830" y="1314056"/>
                  </a:lnTo>
                  <a:lnTo>
                    <a:pt x="5241798" y="1229961"/>
                  </a:lnTo>
                  <a:cubicBezTo>
                    <a:pt x="5047072" y="1010846"/>
                    <a:pt x="4813516" y="840530"/>
                    <a:pt x="4547599" y="723841"/>
                  </a:cubicBezTo>
                  <a:cubicBezTo>
                    <a:pt x="4263856" y="599429"/>
                    <a:pt x="3943667" y="536258"/>
                    <a:pt x="3595773" y="536258"/>
                  </a:cubicBezTo>
                  <a:cubicBezTo>
                    <a:pt x="3226761" y="536258"/>
                    <a:pt x="2852980" y="604041"/>
                    <a:pt x="2484874" y="738106"/>
                  </a:cubicBezTo>
                  <a:cubicBezTo>
                    <a:pt x="2126422" y="868309"/>
                    <a:pt x="1785227" y="1060075"/>
                    <a:pt x="1497964" y="1292596"/>
                  </a:cubicBezTo>
                  <a:cubicBezTo>
                    <a:pt x="1205707" y="1529085"/>
                    <a:pt x="976010" y="1798180"/>
                    <a:pt x="815348" y="2092157"/>
                  </a:cubicBezTo>
                  <a:cubicBezTo>
                    <a:pt x="651166" y="2392675"/>
                    <a:pt x="567825" y="2705743"/>
                    <a:pt x="567825" y="3022671"/>
                  </a:cubicBezTo>
                  <a:cubicBezTo>
                    <a:pt x="567825" y="3341852"/>
                    <a:pt x="700784" y="3528255"/>
                    <a:pt x="977486" y="3886690"/>
                  </a:cubicBezTo>
                  <a:cubicBezTo>
                    <a:pt x="1044249" y="3973134"/>
                    <a:pt x="1113283" y="4062582"/>
                    <a:pt x="1183907" y="4160932"/>
                  </a:cubicBezTo>
                  <a:cubicBezTo>
                    <a:pt x="1217636" y="4207895"/>
                    <a:pt x="1251520" y="4253175"/>
                    <a:pt x="1285607" y="4296799"/>
                  </a:cubicBezTo>
                  <a:lnTo>
                    <a:pt x="1297817" y="4311738"/>
                  </a:lnTo>
                  <a:lnTo>
                    <a:pt x="602176" y="4311738"/>
                  </a:lnTo>
                  <a:lnTo>
                    <a:pt x="583893" y="4287205"/>
                  </a:lnTo>
                  <a:cubicBezTo>
                    <a:pt x="281395" y="3892133"/>
                    <a:pt x="0" y="3570338"/>
                    <a:pt x="0" y="3022564"/>
                  </a:cubicBezTo>
                  <a:cubicBezTo>
                    <a:pt x="0" y="1353193"/>
                    <a:pt x="1810660" y="0"/>
                    <a:pt x="3595773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7" name="Freeform: Shape 1036">
              <a:extLst>
                <a:ext uri="{FF2B5EF4-FFF2-40B4-BE49-F238E27FC236}">
                  <a16:creationId xmlns:a16="http://schemas.microsoft.com/office/drawing/2014/main" id="{7E6B45AB-7CCC-4949-9DC2-116644B5F6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73412" y="2537732"/>
              <a:ext cx="5308830" cy="4311738"/>
            </a:xfrm>
            <a:custGeom>
              <a:avLst/>
              <a:gdLst>
                <a:gd name="connsiteX0" fmla="*/ 5308830 w 5308830"/>
                <a:gd name="connsiteY0" fmla="*/ 3880900 h 4311738"/>
                <a:gd name="connsiteX1" fmla="*/ 5308830 w 5308830"/>
                <a:gd name="connsiteY1" fmla="*/ 4311738 h 4311738"/>
                <a:gd name="connsiteX2" fmla="*/ 4763109 w 5308830"/>
                <a:gd name="connsiteY2" fmla="*/ 4311738 h 4311738"/>
                <a:gd name="connsiteX3" fmla="*/ 4929066 w 5308830"/>
                <a:gd name="connsiteY3" fmla="*/ 4189789 h 4311738"/>
                <a:gd name="connsiteX4" fmla="*/ 5142959 w 5308830"/>
                <a:gd name="connsiteY4" fmla="*/ 4024320 h 4311738"/>
                <a:gd name="connsiteX5" fmla="*/ 3595773 w 5308830"/>
                <a:gd name="connsiteY5" fmla="*/ 0 h 4311738"/>
                <a:gd name="connsiteX6" fmla="*/ 5271266 w 5308830"/>
                <a:gd name="connsiteY6" fmla="*/ 516192 h 4311738"/>
                <a:gd name="connsiteX7" fmla="*/ 5308830 w 5308830"/>
                <a:gd name="connsiteY7" fmla="*/ 546905 h 4311738"/>
                <a:gd name="connsiteX8" fmla="*/ 5308830 w 5308830"/>
                <a:gd name="connsiteY8" fmla="*/ 1498438 h 4311738"/>
                <a:gd name="connsiteX9" fmla="*/ 5289422 w 5308830"/>
                <a:gd name="connsiteY9" fmla="*/ 1468062 h 4311738"/>
                <a:gd name="connsiteX10" fmla="*/ 5154710 w 5308830"/>
                <a:gd name="connsiteY10" fmla="*/ 1298924 h 4311738"/>
                <a:gd name="connsiteX11" fmla="*/ 4499685 w 5308830"/>
                <a:gd name="connsiteY11" fmla="*/ 821118 h 4311738"/>
                <a:gd name="connsiteX12" fmla="*/ 3595773 w 5308830"/>
                <a:gd name="connsiteY12" fmla="*/ 643510 h 4311738"/>
                <a:gd name="connsiteX13" fmla="*/ 2525523 w 5308830"/>
                <a:gd name="connsiteY13" fmla="*/ 838172 h 4311738"/>
                <a:gd name="connsiteX14" fmla="*/ 1571767 w 5308830"/>
                <a:gd name="connsiteY14" fmla="*/ 1374000 h 4311738"/>
                <a:gd name="connsiteX15" fmla="*/ 916173 w 5308830"/>
                <a:gd name="connsiteY15" fmla="*/ 2141277 h 4311738"/>
                <a:gd name="connsiteX16" fmla="*/ 681254 w 5308830"/>
                <a:gd name="connsiteY16" fmla="*/ 3022671 h 4311738"/>
                <a:gd name="connsiteX17" fmla="*/ 1069115 w 5308830"/>
                <a:gd name="connsiteY17" fmla="*/ 3823519 h 4311738"/>
                <a:gd name="connsiteX18" fmla="*/ 1277807 w 5308830"/>
                <a:gd name="connsiteY18" fmla="*/ 4100764 h 4311738"/>
                <a:gd name="connsiteX19" fmla="*/ 1373308 w 5308830"/>
                <a:gd name="connsiteY19" fmla="*/ 4228488 h 4311738"/>
                <a:gd name="connsiteX20" fmla="*/ 1441062 w 5308830"/>
                <a:gd name="connsiteY20" fmla="*/ 4311738 h 4311738"/>
                <a:gd name="connsiteX21" fmla="*/ 602176 w 5308830"/>
                <a:gd name="connsiteY21" fmla="*/ 4311738 h 4311738"/>
                <a:gd name="connsiteX22" fmla="*/ 583893 w 5308830"/>
                <a:gd name="connsiteY22" fmla="*/ 4287205 h 4311738"/>
                <a:gd name="connsiteX23" fmla="*/ 0 w 5308830"/>
                <a:gd name="connsiteY23" fmla="*/ 3022564 h 4311738"/>
                <a:gd name="connsiteX24" fmla="*/ 3595773 w 5308830"/>
                <a:gd name="connsiteY24" fmla="*/ 0 h 4311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5308830" h="4311738">
                  <a:moveTo>
                    <a:pt x="5308830" y="3880900"/>
                  </a:moveTo>
                  <a:lnTo>
                    <a:pt x="5308830" y="4311738"/>
                  </a:lnTo>
                  <a:lnTo>
                    <a:pt x="4763109" y="4311738"/>
                  </a:lnTo>
                  <a:lnTo>
                    <a:pt x="4929066" y="4189789"/>
                  </a:lnTo>
                  <a:cubicBezTo>
                    <a:pt x="5003230" y="4134367"/>
                    <a:pt x="5074975" y="4079340"/>
                    <a:pt x="5142959" y="4024320"/>
                  </a:cubicBezTo>
                  <a:close/>
                  <a:moveTo>
                    <a:pt x="3595773" y="0"/>
                  </a:moveTo>
                  <a:cubicBezTo>
                    <a:pt x="4261231" y="0"/>
                    <a:pt x="4825666" y="190293"/>
                    <a:pt x="5271266" y="516192"/>
                  </a:cubicBezTo>
                  <a:lnTo>
                    <a:pt x="5308830" y="546905"/>
                  </a:lnTo>
                  <a:lnTo>
                    <a:pt x="5308830" y="1498438"/>
                  </a:lnTo>
                  <a:lnTo>
                    <a:pt x="5289422" y="1468062"/>
                  </a:lnTo>
                  <a:cubicBezTo>
                    <a:pt x="5247242" y="1408963"/>
                    <a:pt x="5202313" y="1352510"/>
                    <a:pt x="5154710" y="1298924"/>
                  </a:cubicBezTo>
                  <a:cubicBezTo>
                    <a:pt x="4970772" y="1091928"/>
                    <a:pt x="4750500" y="931159"/>
                    <a:pt x="4499685" y="821118"/>
                  </a:cubicBezTo>
                  <a:cubicBezTo>
                    <a:pt x="4231156" y="703248"/>
                    <a:pt x="3926977" y="643510"/>
                    <a:pt x="3595773" y="643510"/>
                  </a:cubicBezTo>
                  <a:cubicBezTo>
                    <a:pt x="3245836" y="643510"/>
                    <a:pt x="2875688" y="710757"/>
                    <a:pt x="2525523" y="838172"/>
                  </a:cubicBezTo>
                  <a:cubicBezTo>
                    <a:pt x="2179105" y="964084"/>
                    <a:pt x="1849265" y="1149415"/>
                    <a:pt x="1571767" y="1374000"/>
                  </a:cubicBezTo>
                  <a:cubicBezTo>
                    <a:pt x="1294611" y="1598264"/>
                    <a:pt x="1067980" y="1863603"/>
                    <a:pt x="916173" y="2141277"/>
                  </a:cubicBezTo>
                  <a:cubicBezTo>
                    <a:pt x="760280" y="2426459"/>
                    <a:pt x="681254" y="2723010"/>
                    <a:pt x="681254" y="3022671"/>
                  </a:cubicBezTo>
                  <a:cubicBezTo>
                    <a:pt x="681254" y="3309032"/>
                    <a:pt x="800134" y="3475166"/>
                    <a:pt x="1069115" y="3823519"/>
                  </a:cubicBezTo>
                  <a:cubicBezTo>
                    <a:pt x="1136445" y="3910714"/>
                    <a:pt x="1206047" y="4000912"/>
                    <a:pt x="1277807" y="4100764"/>
                  </a:cubicBezTo>
                  <a:cubicBezTo>
                    <a:pt x="1309528" y="4144925"/>
                    <a:pt x="1341351" y="4187490"/>
                    <a:pt x="1373308" y="4228488"/>
                  </a:cubicBezTo>
                  <a:lnTo>
                    <a:pt x="1441062" y="4311738"/>
                  </a:lnTo>
                  <a:lnTo>
                    <a:pt x="602176" y="4311738"/>
                  </a:lnTo>
                  <a:lnTo>
                    <a:pt x="583893" y="4287205"/>
                  </a:lnTo>
                  <a:cubicBezTo>
                    <a:pt x="281395" y="3892133"/>
                    <a:pt x="0" y="3570338"/>
                    <a:pt x="0" y="3022564"/>
                  </a:cubicBezTo>
                  <a:cubicBezTo>
                    <a:pt x="0" y="1353193"/>
                    <a:pt x="1810660" y="0"/>
                    <a:pt x="3595773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039" name="Group 1038">
            <a:extLst>
              <a:ext uri="{FF2B5EF4-FFF2-40B4-BE49-F238E27FC236}">
                <a16:creationId xmlns:a16="http://schemas.microsoft.com/office/drawing/2014/main" id="{61D22245-3D67-419C-A6B5-DD0EB0D839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123758" y="0"/>
            <a:ext cx="5081407" cy="3133064"/>
            <a:chOff x="5907711" y="0"/>
            <a:chExt cx="5081407" cy="3133064"/>
          </a:xfrm>
          <a:solidFill>
            <a:schemeClr val="accent5">
              <a:alpha val="5000"/>
            </a:schemeClr>
          </a:solidFill>
        </p:grpSpPr>
        <p:sp>
          <p:nvSpPr>
            <p:cNvPr id="1040" name="Freeform: Shape 1039">
              <a:extLst>
                <a:ext uri="{FF2B5EF4-FFF2-40B4-BE49-F238E27FC236}">
                  <a16:creationId xmlns:a16="http://schemas.microsoft.com/office/drawing/2014/main" id="{E3A64720-9AA0-4796-8E62-15672228CF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9200" y="0"/>
              <a:ext cx="5069918" cy="3111852"/>
            </a:xfrm>
            <a:custGeom>
              <a:avLst/>
              <a:gdLst>
                <a:gd name="connsiteX0" fmla="*/ 145909 w 5069918"/>
                <a:gd name="connsiteY0" fmla="*/ 0 h 3111852"/>
                <a:gd name="connsiteX1" fmla="*/ 205279 w 5069918"/>
                <a:gd name="connsiteY1" fmla="*/ 0 h 3111852"/>
                <a:gd name="connsiteX2" fmla="*/ 202868 w 5069918"/>
                <a:gd name="connsiteY2" fmla="*/ 5043 h 3111852"/>
                <a:gd name="connsiteX3" fmla="*/ 191273 w 5069918"/>
                <a:gd name="connsiteY3" fmla="*/ 30818 h 3111852"/>
                <a:gd name="connsiteX4" fmla="*/ 169129 w 5069918"/>
                <a:gd name="connsiteY4" fmla="*/ 82781 h 3111852"/>
                <a:gd name="connsiteX5" fmla="*/ 148381 w 5069918"/>
                <a:gd name="connsiteY5" fmla="*/ 135320 h 3111852"/>
                <a:gd name="connsiteX6" fmla="*/ 80903 w 5069918"/>
                <a:gd name="connsiteY6" fmla="*/ 350499 h 3111852"/>
                <a:gd name="connsiteX7" fmla="*/ 26154 w 5069918"/>
                <a:gd name="connsiteY7" fmla="*/ 796339 h 3111852"/>
                <a:gd name="connsiteX8" fmla="*/ 49170 w 5069918"/>
                <a:gd name="connsiteY8" fmla="*/ 1018931 h 3111852"/>
                <a:gd name="connsiteX9" fmla="*/ 119437 w 5069918"/>
                <a:gd name="connsiteY9" fmla="*/ 1231804 h 3111852"/>
                <a:gd name="connsiteX10" fmla="*/ 143672 w 5069918"/>
                <a:gd name="connsiteY10" fmla="*/ 1282696 h 3111852"/>
                <a:gd name="connsiteX11" fmla="*/ 170611 w 5069918"/>
                <a:gd name="connsiteY11" fmla="*/ 1332436 h 3111852"/>
                <a:gd name="connsiteX12" fmla="*/ 230330 w 5069918"/>
                <a:gd name="connsiteY12" fmla="*/ 1428867 h 3111852"/>
                <a:gd name="connsiteX13" fmla="*/ 296237 w 5069918"/>
                <a:gd name="connsiteY13" fmla="*/ 1522004 h 3111852"/>
                <a:gd name="connsiteX14" fmla="*/ 366853 w 5069918"/>
                <a:gd name="connsiteY14" fmla="*/ 1612506 h 3111852"/>
                <a:gd name="connsiteX15" fmla="*/ 513838 w 5069918"/>
                <a:gd name="connsiteY15" fmla="*/ 1791535 h 3111852"/>
                <a:gd name="connsiteX16" fmla="*/ 587330 w 5069918"/>
                <a:gd name="connsiteY16" fmla="*/ 1882283 h 3111852"/>
                <a:gd name="connsiteX17" fmla="*/ 658817 w 5069918"/>
                <a:gd name="connsiteY17" fmla="*/ 1974186 h 3111852"/>
                <a:gd name="connsiteX18" fmla="*/ 730305 w 5069918"/>
                <a:gd name="connsiteY18" fmla="*/ 2062959 h 3111852"/>
                <a:gd name="connsiteX19" fmla="*/ 805018 w 5069918"/>
                <a:gd name="connsiteY19" fmla="*/ 2148685 h 3111852"/>
                <a:gd name="connsiteX20" fmla="*/ 963424 w 5069918"/>
                <a:gd name="connsiteY20" fmla="*/ 2310337 h 3111852"/>
                <a:gd name="connsiteX21" fmla="*/ 1319204 w 5069918"/>
                <a:gd name="connsiteY21" fmla="*/ 2580196 h 3111852"/>
                <a:gd name="connsiteX22" fmla="*/ 1515882 w 5069918"/>
                <a:gd name="connsiteY22" fmla="*/ 2681651 h 3111852"/>
                <a:gd name="connsiteX23" fmla="*/ 1723456 w 5069918"/>
                <a:gd name="connsiteY23" fmla="*/ 2758319 h 3111852"/>
                <a:gd name="connsiteX24" fmla="*/ 1939662 w 5069918"/>
                <a:gd name="connsiteY24" fmla="*/ 2811269 h 3111852"/>
                <a:gd name="connsiteX25" fmla="*/ 2162581 w 5069918"/>
                <a:gd name="connsiteY25" fmla="*/ 2840916 h 3111852"/>
                <a:gd name="connsiteX26" fmla="*/ 2389597 w 5069918"/>
                <a:gd name="connsiteY26" fmla="*/ 2850221 h 3111852"/>
                <a:gd name="connsiteX27" fmla="*/ 2446002 w 5069918"/>
                <a:gd name="connsiteY27" fmla="*/ 2849808 h 3111852"/>
                <a:gd name="connsiteX28" fmla="*/ 2473638 w 5069918"/>
                <a:gd name="connsiteY28" fmla="*/ 2849151 h 3111852"/>
                <a:gd name="connsiteX29" fmla="*/ 2501187 w 5069918"/>
                <a:gd name="connsiteY29" fmla="*/ 2847832 h 3111852"/>
                <a:gd name="connsiteX30" fmla="*/ 2610685 w 5069918"/>
                <a:gd name="connsiteY30" fmla="*/ 2838774 h 3111852"/>
                <a:gd name="connsiteX31" fmla="*/ 3033071 w 5069918"/>
                <a:gd name="connsiteY31" fmla="*/ 2730979 h 3111852"/>
                <a:gd name="connsiteX32" fmla="*/ 3232974 w 5069918"/>
                <a:gd name="connsiteY32" fmla="*/ 2637430 h 3111852"/>
                <a:gd name="connsiteX33" fmla="*/ 3425990 w 5069918"/>
                <a:gd name="connsiteY33" fmla="*/ 2523622 h 3111852"/>
                <a:gd name="connsiteX34" fmla="*/ 3613601 w 5069918"/>
                <a:gd name="connsiteY34" fmla="*/ 2394827 h 3111852"/>
                <a:gd name="connsiteX35" fmla="*/ 3706185 w 5069918"/>
                <a:gd name="connsiteY35" fmla="*/ 2326642 h 3111852"/>
                <a:gd name="connsiteX36" fmla="*/ 3799729 w 5069918"/>
                <a:gd name="connsiteY36" fmla="*/ 2255904 h 3111852"/>
                <a:gd name="connsiteX37" fmla="*/ 4175561 w 5069918"/>
                <a:gd name="connsiteY37" fmla="*/ 1976821 h 3111852"/>
                <a:gd name="connsiteX38" fmla="*/ 4517132 w 5069918"/>
                <a:gd name="connsiteY38" fmla="*/ 1683080 h 3111852"/>
                <a:gd name="connsiteX39" fmla="*/ 4659758 w 5069918"/>
                <a:gd name="connsiteY39" fmla="*/ 1519452 h 3111852"/>
                <a:gd name="connsiteX40" fmla="*/ 4773178 w 5069918"/>
                <a:gd name="connsiteY40" fmla="*/ 1340423 h 3111852"/>
                <a:gd name="connsiteX41" fmla="*/ 4892092 w 5069918"/>
                <a:gd name="connsiteY41" fmla="*/ 938311 h 3111852"/>
                <a:gd name="connsiteX42" fmla="*/ 4898804 w 5069918"/>
                <a:gd name="connsiteY42" fmla="*/ 831503 h 3111852"/>
                <a:gd name="connsiteX43" fmla="*/ 4899153 w 5069918"/>
                <a:gd name="connsiteY43" fmla="*/ 776988 h 3111852"/>
                <a:gd name="connsiteX44" fmla="*/ 4898456 w 5069918"/>
                <a:gd name="connsiteY44" fmla="*/ 721484 h 3111852"/>
                <a:gd name="connsiteX45" fmla="*/ 4886774 w 5069918"/>
                <a:gd name="connsiteY45" fmla="*/ 499635 h 3111852"/>
                <a:gd name="connsiteX46" fmla="*/ 4815896 w 5069918"/>
                <a:gd name="connsiteY46" fmla="*/ 59970 h 3111852"/>
                <a:gd name="connsiteX47" fmla="*/ 4798654 w 5069918"/>
                <a:gd name="connsiteY47" fmla="*/ 0 h 3111852"/>
                <a:gd name="connsiteX48" fmla="*/ 4909441 w 5069918"/>
                <a:gd name="connsiteY48" fmla="*/ 0 h 3111852"/>
                <a:gd name="connsiteX49" fmla="*/ 4921297 w 5069918"/>
                <a:gd name="connsiteY49" fmla="*/ 34112 h 3111852"/>
                <a:gd name="connsiteX50" fmla="*/ 5027482 w 5069918"/>
                <a:gd name="connsiteY50" fmla="*/ 483740 h 3111852"/>
                <a:gd name="connsiteX51" fmla="*/ 5058082 w 5069918"/>
                <a:gd name="connsiteY51" fmla="*/ 712837 h 3111852"/>
                <a:gd name="connsiteX52" fmla="*/ 5063486 w 5069918"/>
                <a:gd name="connsiteY52" fmla="*/ 770400 h 3111852"/>
                <a:gd name="connsiteX53" fmla="*/ 5067846 w 5069918"/>
                <a:gd name="connsiteY53" fmla="*/ 829033 h 3111852"/>
                <a:gd name="connsiteX54" fmla="*/ 5069414 w 5069918"/>
                <a:gd name="connsiteY54" fmla="*/ 948521 h 3111852"/>
                <a:gd name="connsiteX55" fmla="*/ 5040732 w 5069918"/>
                <a:gd name="connsiteY55" fmla="*/ 1188571 h 3111852"/>
                <a:gd name="connsiteX56" fmla="*/ 4964102 w 5069918"/>
                <a:gd name="connsiteY56" fmla="*/ 1421620 h 3111852"/>
                <a:gd name="connsiteX57" fmla="*/ 4689486 w 5069918"/>
                <a:gd name="connsiteY57" fmla="*/ 1828757 h 3111852"/>
                <a:gd name="connsiteX58" fmla="*/ 4333792 w 5069918"/>
                <a:gd name="connsiteY58" fmla="*/ 2155355 h 3111852"/>
                <a:gd name="connsiteX59" fmla="*/ 3965196 w 5069918"/>
                <a:gd name="connsiteY59" fmla="*/ 2446790 h 3111852"/>
                <a:gd name="connsiteX60" fmla="*/ 3873745 w 5069918"/>
                <a:gd name="connsiteY60" fmla="*/ 2519916 h 3111852"/>
                <a:gd name="connsiteX61" fmla="*/ 3779416 w 5069918"/>
                <a:gd name="connsiteY61" fmla="*/ 2593454 h 3111852"/>
                <a:gd name="connsiteX62" fmla="*/ 3582739 w 5069918"/>
                <a:gd name="connsiteY62" fmla="*/ 2735343 h 3111852"/>
                <a:gd name="connsiteX63" fmla="*/ 3371851 w 5069918"/>
                <a:gd name="connsiteY63" fmla="*/ 2865126 h 3111852"/>
                <a:gd name="connsiteX64" fmla="*/ 3143614 w 5069918"/>
                <a:gd name="connsiteY64" fmla="*/ 2974568 h 3111852"/>
                <a:gd name="connsiteX65" fmla="*/ 2643552 w 5069918"/>
                <a:gd name="connsiteY65" fmla="*/ 3101304 h 3111852"/>
                <a:gd name="connsiteX66" fmla="*/ 2514264 w 5069918"/>
                <a:gd name="connsiteY66" fmla="*/ 3110445 h 3111852"/>
                <a:gd name="connsiteX67" fmla="*/ 2481920 w 5069918"/>
                <a:gd name="connsiteY67" fmla="*/ 3111598 h 3111852"/>
                <a:gd name="connsiteX68" fmla="*/ 2449664 w 5069918"/>
                <a:gd name="connsiteY68" fmla="*/ 3111763 h 3111852"/>
                <a:gd name="connsiteX69" fmla="*/ 2386284 w 5069918"/>
                <a:gd name="connsiteY69" fmla="*/ 3111022 h 3111852"/>
                <a:gd name="connsiteX70" fmla="*/ 2260658 w 5069918"/>
                <a:gd name="connsiteY70" fmla="*/ 3106080 h 3111852"/>
                <a:gd name="connsiteX71" fmla="*/ 2134945 w 5069918"/>
                <a:gd name="connsiteY71" fmla="*/ 3094716 h 3111852"/>
                <a:gd name="connsiteX72" fmla="*/ 1884564 w 5069918"/>
                <a:gd name="connsiteY72" fmla="*/ 3054200 h 3111852"/>
                <a:gd name="connsiteX73" fmla="*/ 1639764 w 5069918"/>
                <a:gd name="connsiteY73" fmla="*/ 2984286 h 3111852"/>
                <a:gd name="connsiteX74" fmla="*/ 1407081 w 5069918"/>
                <a:gd name="connsiteY74" fmla="*/ 2882913 h 3111852"/>
                <a:gd name="connsiteX75" fmla="*/ 1193491 w 5069918"/>
                <a:gd name="connsiteY75" fmla="*/ 2750989 h 3111852"/>
                <a:gd name="connsiteX76" fmla="*/ 836141 w 5069918"/>
                <a:gd name="connsiteY76" fmla="*/ 2418627 h 3111852"/>
                <a:gd name="connsiteX77" fmla="*/ 690812 w 5069918"/>
                <a:gd name="connsiteY77" fmla="*/ 2230210 h 3111852"/>
                <a:gd name="connsiteX78" fmla="*/ 562397 w 5069918"/>
                <a:gd name="connsiteY78" fmla="*/ 2033725 h 3111852"/>
                <a:gd name="connsiteX79" fmla="*/ 502504 w 5069918"/>
                <a:gd name="connsiteY79" fmla="*/ 1936223 h 3111852"/>
                <a:gd name="connsiteX80" fmla="*/ 440258 w 5069918"/>
                <a:gd name="connsiteY80" fmla="*/ 1840368 h 3111852"/>
                <a:gd name="connsiteX81" fmla="*/ 310360 w 5069918"/>
                <a:gd name="connsiteY81" fmla="*/ 1649481 h 3111852"/>
                <a:gd name="connsiteX82" fmla="*/ 246806 w 5069918"/>
                <a:gd name="connsiteY82" fmla="*/ 1552391 h 3111852"/>
                <a:gd name="connsiteX83" fmla="*/ 186303 w 5069918"/>
                <a:gd name="connsiteY83" fmla="*/ 1453160 h 3111852"/>
                <a:gd name="connsiteX84" fmla="*/ 84390 w 5069918"/>
                <a:gd name="connsiteY84" fmla="*/ 1244980 h 3111852"/>
                <a:gd name="connsiteX85" fmla="*/ 20139 w 5069918"/>
                <a:gd name="connsiteY85" fmla="*/ 1024037 h 3111852"/>
                <a:gd name="connsiteX86" fmla="*/ 0 w 5069918"/>
                <a:gd name="connsiteY86" fmla="*/ 796339 h 3111852"/>
                <a:gd name="connsiteX87" fmla="*/ 102773 w 5069918"/>
                <a:gd name="connsiteY87" fmla="*/ 121376 h 31118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5069918" h="3111852">
                  <a:moveTo>
                    <a:pt x="145909" y="0"/>
                  </a:moveTo>
                  <a:lnTo>
                    <a:pt x="205279" y="0"/>
                  </a:lnTo>
                  <a:lnTo>
                    <a:pt x="202868" y="5043"/>
                  </a:lnTo>
                  <a:lnTo>
                    <a:pt x="191273" y="30818"/>
                  </a:lnTo>
                  <a:cubicBezTo>
                    <a:pt x="183688" y="48029"/>
                    <a:pt x="176016" y="65240"/>
                    <a:pt x="169129" y="82781"/>
                  </a:cubicBezTo>
                  <a:cubicBezTo>
                    <a:pt x="162242" y="100321"/>
                    <a:pt x="154658" y="117615"/>
                    <a:pt x="148381" y="135320"/>
                  </a:cubicBezTo>
                  <a:cubicBezTo>
                    <a:pt x="121529" y="205646"/>
                    <a:pt x="98775" y="277455"/>
                    <a:pt x="80903" y="350499"/>
                  </a:cubicBezTo>
                  <a:cubicBezTo>
                    <a:pt x="44636" y="496258"/>
                    <a:pt x="26067" y="646299"/>
                    <a:pt x="26154" y="796339"/>
                  </a:cubicBezTo>
                  <a:cubicBezTo>
                    <a:pt x="26590" y="871114"/>
                    <a:pt x="34001" y="945722"/>
                    <a:pt x="49170" y="1018931"/>
                  </a:cubicBezTo>
                  <a:cubicBezTo>
                    <a:pt x="65124" y="1091975"/>
                    <a:pt x="88226" y="1163454"/>
                    <a:pt x="119437" y="1231804"/>
                  </a:cubicBezTo>
                  <a:cubicBezTo>
                    <a:pt x="126847" y="1249016"/>
                    <a:pt x="135478" y="1265815"/>
                    <a:pt x="143672" y="1282696"/>
                  </a:cubicBezTo>
                  <a:cubicBezTo>
                    <a:pt x="152565" y="1299331"/>
                    <a:pt x="161021" y="1316130"/>
                    <a:pt x="170611" y="1332436"/>
                  </a:cubicBezTo>
                  <a:cubicBezTo>
                    <a:pt x="188919" y="1365375"/>
                    <a:pt x="209319" y="1397327"/>
                    <a:pt x="230330" y="1428867"/>
                  </a:cubicBezTo>
                  <a:cubicBezTo>
                    <a:pt x="251253" y="1460489"/>
                    <a:pt x="273658" y="1491288"/>
                    <a:pt x="296237" y="1522004"/>
                  </a:cubicBezTo>
                  <a:cubicBezTo>
                    <a:pt x="319165" y="1552474"/>
                    <a:pt x="342966" y="1582531"/>
                    <a:pt x="366853" y="1612506"/>
                  </a:cubicBezTo>
                  <a:cubicBezTo>
                    <a:pt x="414714" y="1672540"/>
                    <a:pt x="464756" y="1731337"/>
                    <a:pt x="513838" y="1791535"/>
                  </a:cubicBezTo>
                  <a:cubicBezTo>
                    <a:pt x="538509" y="1821510"/>
                    <a:pt x="563094" y="1851732"/>
                    <a:pt x="587330" y="1882283"/>
                  </a:cubicBezTo>
                  <a:cubicBezTo>
                    <a:pt x="611479" y="1912588"/>
                    <a:pt x="635453" y="1944787"/>
                    <a:pt x="658817" y="1974186"/>
                  </a:cubicBezTo>
                  <a:cubicBezTo>
                    <a:pt x="682008" y="2004326"/>
                    <a:pt x="706330" y="2033560"/>
                    <a:pt x="730305" y="2062959"/>
                  </a:cubicBezTo>
                  <a:cubicBezTo>
                    <a:pt x="754977" y="2091864"/>
                    <a:pt x="779474" y="2120768"/>
                    <a:pt x="805018" y="2148685"/>
                  </a:cubicBezTo>
                  <a:cubicBezTo>
                    <a:pt x="855757" y="2204847"/>
                    <a:pt x="908500" y="2258951"/>
                    <a:pt x="963424" y="2310337"/>
                  </a:cubicBezTo>
                  <a:cubicBezTo>
                    <a:pt x="1073444" y="2412862"/>
                    <a:pt x="1192183" y="2504353"/>
                    <a:pt x="1319204" y="2580196"/>
                  </a:cubicBezTo>
                  <a:cubicBezTo>
                    <a:pt x="1382846" y="2617913"/>
                    <a:pt x="1448143" y="2652500"/>
                    <a:pt x="1515882" y="2681651"/>
                  </a:cubicBezTo>
                  <a:cubicBezTo>
                    <a:pt x="1583184" y="2711626"/>
                    <a:pt x="1652666" y="2736908"/>
                    <a:pt x="1723456" y="2758319"/>
                  </a:cubicBezTo>
                  <a:cubicBezTo>
                    <a:pt x="1794246" y="2779812"/>
                    <a:pt x="1866431" y="2797188"/>
                    <a:pt x="1939662" y="2811269"/>
                  </a:cubicBezTo>
                  <a:cubicBezTo>
                    <a:pt x="2012981" y="2825104"/>
                    <a:pt x="2087519" y="2834574"/>
                    <a:pt x="2162581" y="2840916"/>
                  </a:cubicBezTo>
                  <a:cubicBezTo>
                    <a:pt x="2237643" y="2847338"/>
                    <a:pt x="2313489" y="2850139"/>
                    <a:pt x="2389597" y="2850221"/>
                  </a:cubicBezTo>
                  <a:cubicBezTo>
                    <a:pt x="2408602" y="2850221"/>
                    <a:pt x="2427869" y="2850550"/>
                    <a:pt x="2446002" y="2849808"/>
                  </a:cubicBezTo>
                  <a:lnTo>
                    <a:pt x="2473638" y="2849151"/>
                  </a:lnTo>
                  <a:lnTo>
                    <a:pt x="2501187" y="2847832"/>
                  </a:lnTo>
                  <a:cubicBezTo>
                    <a:pt x="2537890" y="2846268"/>
                    <a:pt x="2574418" y="2842809"/>
                    <a:pt x="2610685" y="2838774"/>
                  </a:cubicBezTo>
                  <a:cubicBezTo>
                    <a:pt x="2755926" y="2821975"/>
                    <a:pt x="2897244" y="2785164"/>
                    <a:pt x="3033071" y="2730979"/>
                  </a:cubicBezTo>
                  <a:cubicBezTo>
                    <a:pt x="3101158" y="2704132"/>
                    <a:pt x="3167589" y="2672263"/>
                    <a:pt x="3232974" y="2637430"/>
                  </a:cubicBezTo>
                  <a:cubicBezTo>
                    <a:pt x="3298446" y="2602760"/>
                    <a:pt x="3362697" y="2564303"/>
                    <a:pt x="3425990" y="2523622"/>
                  </a:cubicBezTo>
                  <a:cubicBezTo>
                    <a:pt x="3489282" y="2482859"/>
                    <a:pt x="3551529" y="2439461"/>
                    <a:pt x="3613601" y="2394827"/>
                  </a:cubicBezTo>
                  <a:cubicBezTo>
                    <a:pt x="3644549" y="2372511"/>
                    <a:pt x="3675411" y="2349617"/>
                    <a:pt x="3706185" y="2326642"/>
                  </a:cubicBezTo>
                  <a:lnTo>
                    <a:pt x="3799729" y="2255904"/>
                  </a:lnTo>
                  <a:cubicBezTo>
                    <a:pt x="3926402" y="2160954"/>
                    <a:pt x="4053597" y="2070123"/>
                    <a:pt x="4175561" y="1976821"/>
                  </a:cubicBezTo>
                  <a:cubicBezTo>
                    <a:pt x="4297526" y="1883601"/>
                    <a:pt x="4414084" y="1787582"/>
                    <a:pt x="4517132" y="1683080"/>
                  </a:cubicBezTo>
                  <a:cubicBezTo>
                    <a:pt x="4568480" y="1630705"/>
                    <a:pt x="4616604" y="1576438"/>
                    <a:pt x="4659758" y="1519452"/>
                  </a:cubicBezTo>
                  <a:cubicBezTo>
                    <a:pt x="4702650" y="1462383"/>
                    <a:pt x="4741184" y="1402845"/>
                    <a:pt x="4773178" y="1340423"/>
                  </a:cubicBezTo>
                  <a:cubicBezTo>
                    <a:pt x="4837865" y="1215829"/>
                    <a:pt x="4877446" y="1079787"/>
                    <a:pt x="4892092" y="938311"/>
                  </a:cubicBezTo>
                  <a:cubicBezTo>
                    <a:pt x="4895666" y="902982"/>
                    <a:pt x="4897845" y="867325"/>
                    <a:pt x="4898804" y="831503"/>
                  </a:cubicBezTo>
                  <a:cubicBezTo>
                    <a:pt x="4899066" y="813633"/>
                    <a:pt x="4899414" y="795764"/>
                    <a:pt x="4899153" y="776988"/>
                  </a:cubicBezTo>
                  <a:cubicBezTo>
                    <a:pt x="4898979" y="758460"/>
                    <a:pt x="4899066" y="740012"/>
                    <a:pt x="4898456" y="721484"/>
                  </a:cubicBezTo>
                  <a:cubicBezTo>
                    <a:pt x="4896974" y="647452"/>
                    <a:pt x="4893226" y="573502"/>
                    <a:pt x="4886774" y="499635"/>
                  </a:cubicBezTo>
                  <a:cubicBezTo>
                    <a:pt x="4873610" y="351981"/>
                    <a:pt x="4851030" y="204740"/>
                    <a:pt x="4815896" y="59970"/>
                  </a:cubicBezTo>
                  <a:lnTo>
                    <a:pt x="4798654" y="0"/>
                  </a:lnTo>
                  <a:lnTo>
                    <a:pt x="4909441" y="0"/>
                  </a:lnTo>
                  <a:lnTo>
                    <a:pt x="4921297" y="34112"/>
                  </a:lnTo>
                  <a:cubicBezTo>
                    <a:pt x="4966630" y="181436"/>
                    <a:pt x="5002460" y="331724"/>
                    <a:pt x="5027482" y="483740"/>
                  </a:cubicBezTo>
                  <a:cubicBezTo>
                    <a:pt x="5040123" y="559749"/>
                    <a:pt x="5050323" y="636170"/>
                    <a:pt x="5058082" y="712837"/>
                  </a:cubicBezTo>
                  <a:cubicBezTo>
                    <a:pt x="5060261" y="732025"/>
                    <a:pt x="5061743" y="751213"/>
                    <a:pt x="5063486" y="770400"/>
                  </a:cubicBezTo>
                  <a:cubicBezTo>
                    <a:pt x="5065318" y="789340"/>
                    <a:pt x="5066625" y="809186"/>
                    <a:pt x="5067846" y="829033"/>
                  </a:cubicBezTo>
                  <a:cubicBezTo>
                    <a:pt x="5069851" y="868643"/>
                    <a:pt x="5070461" y="908500"/>
                    <a:pt x="5069414" y="948521"/>
                  </a:cubicBezTo>
                  <a:cubicBezTo>
                    <a:pt x="5067060" y="1028483"/>
                    <a:pt x="5057820" y="1109021"/>
                    <a:pt x="5040732" y="1188571"/>
                  </a:cubicBezTo>
                  <a:cubicBezTo>
                    <a:pt x="5023123" y="1268038"/>
                    <a:pt x="4997578" y="1346435"/>
                    <a:pt x="4964102" y="1421620"/>
                  </a:cubicBezTo>
                  <a:cubicBezTo>
                    <a:pt x="4897409" y="1572485"/>
                    <a:pt x="4799942" y="1709020"/>
                    <a:pt x="4689486" y="1828757"/>
                  </a:cubicBezTo>
                  <a:cubicBezTo>
                    <a:pt x="4579116" y="1949234"/>
                    <a:pt x="4456716" y="2054888"/>
                    <a:pt x="4333792" y="2155355"/>
                  </a:cubicBezTo>
                  <a:cubicBezTo>
                    <a:pt x="4210520" y="2255657"/>
                    <a:pt x="4085853" y="2350524"/>
                    <a:pt x="3965196" y="2446790"/>
                  </a:cubicBezTo>
                  <a:lnTo>
                    <a:pt x="3873745" y="2519916"/>
                  </a:lnTo>
                  <a:cubicBezTo>
                    <a:pt x="3842621" y="2544539"/>
                    <a:pt x="3811324" y="2569162"/>
                    <a:pt x="3779416" y="2593454"/>
                  </a:cubicBezTo>
                  <a:cubicBezTo>
                    <a:pt x="3715862" y="2642123"/>
                    <a:pt x="3650652" y="2689804"/>
                    <a:pt x="3582739" y="2735343"/>
                  </a:cubicBezTo>
                  <a:cubicBezTo>
                    <a:pt x="3514913" y="2780800"/>
                    <a:pt x="3445170" y="2824939"/>
                    <a:pt x="3371851" y="2865126"/>
                  </a:cubicBezTo>
                  <a:cubicBezTo>
                    <a:pt x="3298533" y="2905230"/>
                    <a:pt x="3222687" y="2942452"/>
                    <a:pt x="3143614" y="2974568"/>
                  </a:cubicBezTo>
                  <a:cubicBezTo>
                    <a:pt x="2985994" y="3039625"/>
                    <a:pt x="2815732" y="3083105"/>
                    <a:pt x="2643552" y="3101304"/>
                  </a:cubicBezTo>
                  <a:cubicBezTo>
                    <a:pt x="2600484" y="3105587"/>
                    <a:pt x="2557331" y="3109046"/>
                    <a:pt x="2514264" y="3110445"/>
                  </a:cubicBezTo>
                  <a:lnTo>
                    <a:pt x="2481920" y="3111598"/>
                  </a:lnTo>
                  <a:lnTo>
                    <a:pt x="2449664" y="3111763"/>
                  </a:lnTo>
                  <a:cubicBezTo>
                    <a:pt x="2427869" y="3112092"/>
                    <a:pt x="2407207" y="3111434"/>
                    <a:pt x="2386284" y="3111022"/>
                  </a:cubicBezTo>
                  <a:cubicBezTo>
                    <a:pt x="2344525" y="3110528"/>
                    <a:pt x="2302505" y="3108140"/>
                    <a:pt x="2260658" y="3106080"/>
                  </a:cubicBezTo>
                  <a:cubicBezTo>
                    <a:pt x="2218725" y="3102787"/>
                    <a:pt x="2176791" y="3099740"/>
                    <a:pt x="2134945" y="3094716"/>
                  </a:cubicBezTo>
                  <a:cubicBezTo>
                    <a:pt x="2051165" y="3085246"/>
                    <a:pt x="1967473" y="3072317"/>
                    <a:pt x="1884564" y="3054200"/>
                  </a:cubicBezTo>
                  <a:cubicBezTo>
                    <a:pt x="1801657" y="3036084"/>
                    <a:pt x="1719708" y="3012778"/>
                    <a:pt x="1639764" y="2984286"/>
                  </a:cubicBezTo>
                  <a:cubicBezTo>
                    <a:pt x="1559820" y="2955710"/>
                    <a:pt x="1481969" y="2921618"/>
                    <a:pt x="1407081" y="2882913"/>
                  </a:cubicBezTo>
                  <a:cubicBezTo>
                    <a:pt x="1332455" y="2843633"/>
                    <a:pt x="1260794" y="2799741"/>
                    <a:pt x="1193491" y="2750989"/>
                  </a:cubicBezTo>
                  <a:cubicBezTo>
                    <a:pt x="1058362" y="2653982"/>
                    <a:pt x="939973" y="2540257"/>
                    <a:pt x="836141" y="2418627"/>
                  </a:cubicBezTo>
                  <a:cubicBezTo>
                    <a:pt x="784444" y="2357523"/>
                    <a:pt x="736321" y="2294444"/>
                    <a:pt x="690812" y="2230210"/>
                  </a:cubicBezTo>
                  <a:cubicBezTo>
                    <a:pt x="645217" y="2165978"/>
                    <a:pt x="602674" y="2100345"/>
                    <a:pt x="562397" y="2033725"/>
                  </a:cubicBezTo>
                  <a:cubicBezTo>
                    <a:pt x="541823" y="2000044"/>
                    <a:pt x="522992" y="1968504"/>
                    <a:pt x="502504" y="1936223"/>
                  </a:cubicBezTo>
                  <a:cubicBezTo>
                    <a:pt x="482192" y="1904189"/>
                    <a:pt x="461530" y="1872155"/>
                    <a:pt x="440258" y="1840368"/>
                  </a:cubicBezTo>
                  <a:lnTo>
                    <a:pt x="310360" y="1649481"/>
                  </a:lnTo>
                  <a:cubicBezTo>
                    <a:pt x="288826" y="1617365"/>
                    <a:pt x="267555" y="1585084"/>
                    <a:pt x="246806" y="1552391"/>
                  </a:cubicBezTo>
                  <a:cubicBezTo>
                    <a:pt x="226057" y="1519698"/>
                    <a:pt x="205483" y="1486923"/>
                    <a:pt x="186303" y="1453160"/>
                  </a:cubicBezTo>
                  <a:cubicBezTo>
                    <a:pt x="147857" y="1385962"/>
                    <a:pt x="112550" y="1316790"/>
                    <a:pt x="84390" y="1244980"/>
                  </a:cubicBezTo>
                  <a:cubicBezTo>
                    <a:pt x="55708" y="1173418"/>
                    <a:pt x="34436" y="1099222"/>
                    <a:pt x="20139" y="1024037"/>
                  </a:cubicBezTo>
                  <a:cubicBezTo>
                    <a:pt x="6452" y="948852"/>
                    <a:pt x="0" y="872513"/>
                    <a:pt x="0" y="796339"/>
                  </a:cubicBezTo>
                  <a:cubicBezTo>
                    <a:pt x="850" y="568560"/>
                    <a:pt x="36028" y="341245"/>
                    <a:pt x="102773" y="121376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1" name="Freeform: Shape 1040">
              <a:extLst>
                <a:ext uri="{FF2B5EF4-FFF2-40B4-BE49-F238E27FC236}">
                  <a16:creationId xmlns:a16="http://schemas.microsoft.com/office/drawing/2014/main" id="{31BCBF53-F859-485D-8008-16DE1F4FB1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3885" y="1"/>
              <a:ext cx="4960549" cy="2918955"/>
            </a:xfrm>
            <a:custGeom>
              <a:avLst/>
              <a:gdLst>
                <a:gd name="connsiteX0" fmla="*/ 154335 w 4960549"/>
                <a:gd name="connsiteY0" fmla="*/ 0 h 2918955"/>
                <a:gd name="connsiteX1" fmla="*/ 347871 w 4960549"/>
                <a:gd name="connsiteY1" fmla="*/ 0 h 2918955"/>
                <a:gd name="connsiteX2" fmla="*/ 268143 w 4960549"/>
                <a:gd name="connsiteY2" fmla="*/ 165468 h 2918955"/>
                <a:gd name="connsiteX3" fmla="*/ 199554 w 4960549"/>
                <a:gd name="connsiteY3" fmla="*/ 358938 h 2918955"/>
                <a:gd name="connsiteX4" fmla="*/ 142104 w 4960549"/>
                <a:gd name="connsiteY4" fmla="*/ 762944 h 2918955"/>
                <a:gd name="connsiteX5" fmla="*/ 166339 w 4960549"/>
                <a:gd name="connsiteY5" fmla="*/ 960748 h 2918955"/>
                <a:gd name="connsiteX6" fmla="*/ 237914 w 4960549"/>
                <a:gd name="connsiteY6" fmla="*/ 1145787 h 2918955"/>
                <a:gd name="connsiteX7" fmla="*/ 287868 w 4960549"/>
                <a:gd name="connsiteY7" fmla="*/ 1232913 h 2918955"/>
                <a:gd name="connsiteX8" fmla="*/ 345232 w 4960549"/>
                <a:gd name="connsiteY8" fmla="*/ 1317239 h 2918955"/>
                <a:gd name="connsiteX9" fmla="*/ 477745 w 4960549"/>
                <a:gd name="connsiteY9" fmla="*/ 1480209 h 2918955"/>
                <a:gd name="connsiteX10" fmla="*/ 621156 w 4960549"/>
                <a:gd name="connsiteY10" fmla="*/ 1644414 h 2918955"/>
                <a:gd name="connsiteX11" fmla="*/ 692469 w 4960549"/>
                <a:gd name="connsiteY11" fmla="*/ 1730140 h 2918955"/>
                <a:gd name="connsiteX12" fmla="*/ 726731 w 4960549"/>
                <a:gd name="connsiteY12" fmla="*/ 1772220 h 2918955"/>
                <a:gd name="connsiteX13" fmla="*/ 760295 w 4960549"/>
                <a:gd name="connsiteY13" fmla="*/ 1812489 h 2918955"/>
                <a:gd name="connsiteX14" fmla="*/ 1048685 w 4960549"/>
                <a:gd name="connsiteY14" fmla="*/ 2110101 h 2918955"/>
                <a:gd name="connsiteX15" fmla="*/ 1202035 w 4960549"/>
                <a:gd name="connsiteY15" fmla="*/ 2244002 h 2918955"/>
                <a:gd name="connsiteX16" fmla="*/ 1362620 w 4960549"/>
                <a:gd name="connsiteY16" fmla="*/ 2367443 h 2918955"/>
                <a:gd name="connsiteX17" fmla="*/ 1721364 w 4960549"/>
                <a:gd name="connsiteY17" fmla="*/ 2562694 h 2918955"/>
                <a:gd name="connsiteX18" fmla="*/ 1922052 w 4960549"/>
                <a:gd name="connsiteY18" fmla="*/ 2617868 h 2918955"/>
                <a:gd name="connsiteX19" fmla="*/ 1973488 w 4960549"/>
                <a:gd name="connsiteY19" fmla="*/ 2627586 h 2918955"/>
                <a:gd name="connsiteX20" fmla="*/ 2025360 w 4960549"/>
                <a:gd name="connsiteY20" fmla="*/ 2635738 h 2918955"/>
                <a:gd name="connsiteX21" fmla="*/ 2130063 w 4960549"/>
                <a:gd name="connsiteY21" fmla="*/ 2647432 h 2918955"/>
                <a:gd name="connsiteX22" fmla="*/ 2182719 w 4960549"/>
                <a:gd name="connsiteY22" fmla="*/ 2651220 h 2918955"/>
                <a:gd name="connsiteX23" fmla="*/ 2235551 w 4960549"/>
                <a:gd name="connsiteY23" fmla="*/ 2653855 h 2918955"/>
                <a:gd name="connsiteX24" fmla="*/ 2288556 w 4960549"/>
                <a:gd name="connsiteY24" fmla="*/ 2655008 h 2918955"/>
                <a:gd name="connsiteX25" fmla="*/ 2341648 w 4960549"/>
                <a:gd name="connsiteY25" fmla="*/ 2654761 h 2918955"/>
                <a:gd name="connsiteX26" fmla="*/ 2368238 w 4960549"/>
                <a:gd name="connsiteY26" fmla="*/ 2654514 h 2918955"/>
                <a:gd name="connsiteX27" fmla="*/ 2393869 w 4960549"/>
                <a:gd name="connsiteY27" fmla="*/ 2653443 h 2918955"/>
                <a:gd name="connsiteX28" fmla="*/ 2419413 w 4960549"/>
                <a:gd name="connsiteY28" fmla="*/ 2652208 h 2918955"/>
                <a:gd name="connsiteX29" fmla="*/ 2444869 w 4960549"/>
                <a:gd name="connsiteY29" fmla="*/ 2650232 h 2918955"/>
                <a:gd name="connsiteX30" fmla="*/ 2545823 w 4960549"/>
                <a:gd name="connsiteY30" fmla="*/ 2638456 h 2918955"/>
                <a:gd name="connsiteX31" fmla="*/ 2930373 w 4960549"/>
                <a:gd name="connsiteY31" fmla="*/ 2519213 h 2918955"/>
                <a:gd name="connsiteX32" fmla="*/ 3285631 w 4960549"/>
                <a:gd name="connsiteY32" fmla="*/ 2310210 h 2918955"/>
                <a:gd name="connsiteX33" fmla="*/ 3371764 w 4960549"/>
                <a:gd name="connsiteY33" fmla="*/ 2248778 h 2918955"/>
                <a:gd name="connsiteX34" fmla="*/ 3457898 w 4960549"/>
                <a:gd name="connsiteY34" fmla="*/ 2185286 h 2918955"/>
                <a:gd name="connsiteX35" fmla="*/ 3632344 w 4960549"/>
                <a:gd name="connsiteY35" fmla="*/ 2053527 h 2918955"/>
                <a:gd name="connsiteX36" fmla="*/ 3990915 w 4960549"/>
                <a:gd name="connsiteY36" fmla="*/ 1798490 h 2918955"/>
                <a:gd name="connsiteX37" fmla="*/ 4324988 w 4960549"/>
                <a:gd name="connsiteY37" fmla="*/ 1544854 h 2918955"/>
                <a:gd name="connsiteX38" fmla="*/ 4592107 w 4960549"/>
                <a:gd name="connsiteY38" fmla="*/ 1254159 h 2918955"/>
                <a:gd name="connsiteX39" fmla="*/ 4683123 w 4960549"/>
                <a:gd name="connsiteY39" fmla="*/ 1085179 h 2918955"/>
                <a:gd name="connsiteX40" fmla="*/ 4738568 w 4960549"/>
                <a:gd name="connsiteY40" fmla="*/ 900551 h 2918955"/>
                <a:gd name="connsiteX41" fmla="*/ 4753913 w 4960549"/>
                <a:gd name="connsiteY41" fmla="*/ 803708 h 2918955"/>
                <a:gd name="connsiteX42" fmla="*/ 4756441 w 4960549"/>
                <a:gd name="connsiteY42" fmla="*/ 779167 h 2918955"/>
                <a:gd name="connsiteX43" fmla="*/ 4758358 w 4960549"/>
                <a:gd name="connsiteY43" fmla="*/ 754133 h 2918955"/>
                <a:gd name="connsiteX44" fmla="*/ 4761147 w 4960549"/>
                <a:gd name="connsiteY44" fmla="*/ 702417 h 2918955"/>
                <a:gd name="connsiteX45" fmla="*/ 4756353 w 4960549"/>
                <a:gd name="connsiteY45" fmla="*/ 495638 h 2918955"/>
                <a:gd name="connsiteX46" fmla="*/ 4725578 w 4960549"/>
                <a:gd name="connsiteY46" fmla="*/ 291411 h 2918955"/>
                <a:gd name="connsiteX47" fmla="*/ 4673358 w 4960549"/>
                <a:gd name="connsiteY47" fmla="*/ 92042 h 2918955"/>
                <a:gd name="connsiteX48" fmla="*/ 4644342 w 4960549"/>
                <a:gd name="connsiteY48" fmla="*/ 0 h 2918955"/>
                <a:gd name="connsiteX49" fmla="*/ 4862756 w 4960549"/>
                <a:gd name="connsiteY49" fmla="*/ 0 h 2918955"/>
                <a:gd name="connsiteX50" fmla="*/ 4876138 w 4960549"/>
                <a:gd name="connsiteY50" fmla="*/ 45680 h 2918955"/>
                <a:gd name="connsiteX51" fmla="*/ 4911707 w 4960549"/>
                <a:gd name="connsiteY51" fmla="*/ 263329 h 2918955"/>
                <a:gd name="connsiteX52" fmla="*/ 4934809 w 4960549"/>
                <a:gd name="connsiteY52" fmla="*/ 481145 h 2918955"/>
                <a:gd name="connsiteX53" fmla="*/ 4953205 w 4960549"/>
                <a:gd name="connsiteY53" fmla="*/ 698959 h 2918955"/>
                <a:gd name="connsiteX54" fmla="*/ 4956953 w 4960549"/>
                <a:gd name="connsiteY54" fmla="*/ 753557 h 2918955"/>
                <a:gd name="connsiteX55" fmla="*/ 4958611 w 4960549"/>
                <a:gd name="connsiteY55" fmla="*/ 781638 h 2918955"/>
                <a:gd name="connsiteX56" fmla="*/ 4959831 w 4960549"/>
                <a:gd name="connsiteY56" fmla="*/ 810213 h 2918955"/>
                <a:gd name="connsiteX57" fmla="*/ 4958174 w 4960549"/>
                <a:gd name="connsiteY57" fmla="*/ 925338 h 2918955"/>
                <a:gd name="connsiteX58" fmla="*/ 4834030 w 4960549"/>
                <a:gd name="connsiteY58" fmla="*/ 1377519 h 2918955"/>
                <a:gd name="connsiteX59" fmla="*/ 4558106 w 4960549"/>
                <a:gd name="connsiteY59" fmla="*/ 1761515 h 2918955"/>
                <a:gd name="connsiteX60" fmla="*/ 4389937 w 4960549"/>
                <a:gd name="connsiteY60" fmla="*/ 1921603 h 2918955"/>
                <a:gd name="connsiteX61" fmla="*/ 4214618 w 4960549"/>
                <a:gd name="connsiteY61" fmla="*/ 2067115 h 2918955"/>
                <a:gd name="connsiteX62" fmla="*/ 3858489 w 4960549"/>
                <a:gd name="connsiteY62" fmla="*/ 2329316 h 2918955"/>
                <a:gd name="connsiteX63" fmla="*/ 3768868 w 4960549"/>
                <a:gd name="connsiteY63" fmla="*/ 2393301 h 2918955"/>
                <a:gd name="connsiteX64" fmla="*/ 3676806 w 4960549"/>
                <a:gd name="connsiteY64" fmla="*/ 2457698 h 2918955"/>
                <a:gd name="connsiteX65" fmla="*/ 3582477 w 4960549"/>
                <a:gd name="connsiteY65" fmla="*/ 2521272 h 2918955"/>
                <a:gd name="connsiteX66" fmla="*/ 3485185 w 4960549"/>
                <a:gd name="connsiteY66" fmla="*/ 2583035 h 2918955"/>
                <a:gd name="connsiteX67" fmla="*/ 3280923 w 4960549"/>
                <a:gd name="connsiteY67" fmla="*/ 2698983 h 2918955"/>
                <a:gd name="connsiteX68" fmla="*/ 3061230 w 4960549"/>
                <a:gd name="connsiteY68" fmla="*/ 2797555 h 2918955"/>
                <a:gd name="connsiteX69" fmla="*/ 2583137 w 4960549"/>
                <a:gd name="connsiteY69" fmla="*/ 2910950 h 2918955"/>
                <a:gd name="connsiteX70" fmla="*/ 2460038 w 4960549"/>
                <a:gd name="connsiteY70" fmla="*/ 2918280 h 2918955"/>
                <a:gd name="connsiteX71" fmla="*/ 2429263 w 4960549"/>
                <a:gd name="connsiteY71" fmla="*/ 2918938 h 2918955"/>
                <a:gd name="connsiteX72" fmla="*/ 2398576 w 4960549"/>
                <a:gd name="connsiteY72" fmla="*/ 2918774 h 2918955"/>
                <a:gd name="connsiteX73" fmla="*/ 2367977 w 4960549"/>
                <a:gd name="connsiteY73" fmla="*/ 2918444 h 2918955"/>
                <a:gd name="connsiteX74" fmla="*/ 2338249 w 4960549"/>
                <a:gd name="connsiteY74" fmla="*/ 2917374 h 2918955"/>
                <a:gd name="connsiteX75" fmla="*/ 2100770 w 4960549"/>
                <a:gd name="connsiteY75" fmla="*/ 2899503 h 2918955"/>
                <a:gd name="connsiteX76" fmla="*/ 1864776 w 4960549"/>
                <a:gd name="connsiteY76" fmla="*/ 2860141 h 2918955"/>
                <a:gd name="connsiteX77" fmla="*/ 1632964 w 4960549"/>
                <a:gd name="connsiteY77" fmla="*/ 2798461 h 2918955"/>
                <a:gd name="connsiteX78" fmla="*/ 1189219 w 4960549"/>
                <a:gd name="connsiteY78" fmla="*/ 2613010 h 2918955"/>
                <a:gd name="connsiteX79" fmla="*/ 815305 w 4960549"/>
                <a:gd name="connsiteY79" fmla="*/ 2324292 h 2918955"/>
                <a:gd name="connsiteX80" fmla="*/ 663699 w 4960549"/>
                <a:gd name="connsiteY80" fmla="*/ 2150535 h 2918955"/>
                <a:gd name="connsiteX81" fmla="*/ 531274 w 4960549"/>
                <a:gd name="connsiteY81" fmla="*/ 1966565 h 2918955"/>
                <a:gd name="connsiteX82" fmla="*/ 500325 w 4960549"/>
                <a:gd name="connsiteY82" fmla="*/ 1919709 h 2918955"/>
                <a:gd name="connsiteX83" fmla="*/ 470771 w 4960549"/>
                <a:gd name="connsiteY83" fmla="*/ 1874252 h 2918955"/>
                <a:gd name="connsiteX84" fmla="*/ 412448 w 4960549"/>
                <a:gd name="connsiteY84" fmla="*/ 1786137 h 2918955"/>
                <a:gd name="connsiteX85" fmla="*/ 291616 w 4960549"/>
                <a:gd name="connsiteY85" fmla="*/ 1606122 h 2918955"/>
                <a:gd name="connsiteX86" fmla="*/ 173662 w 4960549"/>
                <a:gd name="connsiteY86" fmla="*/ 1415812 h 2918955"/>
                <a:gd name="connsiteX87" fmla="*/ 120483 w 4960549"/>
                <a:gd name="connsiteY87" fmla="*/ 1314934 h 2918955"/>
                <a:gd name="connsiteX88" fmla="*/ 75324 w 4960549"/>
                <a:gd name="connsiteY88" fmla="*/ 1209361 h 2918955"/>
                <a:gd name="connsiteX89" fmla="*/ 40713 w 4960549"/>
                <a:gd name="connsiteY89" fmla="*/ 1099837 h 2918955"/>
                <a:gd name="connsiteX90" fmla="*/ 27811 w 4960549"/>
                <a:gd name="connsiteY90" fmla="*/ 1044004 h 2918955"/>
                <a:gd name="connsiteX91" fmla="*/ 22144 w 4960549"/>
                <a:gd name="connsiteY91" fmla="*/ 1016004 h 2918955"/>
                <a:gd name="connsiteX92" fmla="*/ 17436 w 4960549"/>
                <a:gd name="connsiteY92" fmla="*/ 987923 h 2918955"/>
                <a:gd name="connsiteX93" fmla="*/ 0 w 4960549"/>
                <a:gd name="connsiteY93" fmla="*/ 762944 h 2918955"/>
                <a:gd name="connsiteX94" fmla="*/ 48385 w 4960549"/>
                <a:gd name="connsiteY94" fmla="*/ 324597 h 2918955"/>
                <a:gd name="connsiteX95" fmla="*/ 108474 w 4960549"/>
                <a:gd name="connsiteY95" fmla="*/ 110839 h 2918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</a:cxnLst>
              <a:rect l="l" t="t" r="r" b="b"/>
              <a:pathLst>
                <a:path w="4960549" h="2918955">
                  <a:moveTo>
                    <a:pt x="154335" y="0"/>
                  </a:moveTo>
                  <a:lnTo>
                    <a:pt x="347871" y="0"/>
                  </a:lnTo>
                  <a:lnTo>
                    <a:pt x="268143" y="165468"/>
                  </a:lnTo>
                  <a:cubicBezTo>
                    <a:pt x="241575" y="228661"/>
                    <a:pt x="218473" y="293182"/>
                    <a:pt x="199554" y="358938"/>
                  </a:cubicBezTo>
                  <a:cubicBezTo>
                    <a:pt x="161632" y="490121"/>
                    <a:pt x="142016" y="626491"/>
                    <a:pt x="142104" y="762944"/>
                  </a:cubicBezTo>
                  <a:cubicBezTo>
                    <a:pt x="142888" y="829977"/>
                    <a:pt x="149862" y="896516"/>
                    <a:pt x="166339" y="960748"/>
                  </a:cubicBezTo>
                  <a:cubicBezTo>
                    <a:pt x="182555" y="1025063"/>
                    <a:pt x="207750" y="1086579"/>
                    <a:pt x="237914" y="1145787"/>
                  </a:cubicBezTo>
                  <a:cubicBezTo>
                    <a:pt x="253170" y="1175351"/>
                    <a:pt x="270084" y="1204338"/>
                    <a:pt x="287868" y="1232913"/>
                  </a:cubicBezTo>
                  <a:cubicBezTo>
                    <a:pt x="305914" y="1261406"/>
                    <a:pt x="325181" y="1289488"/>
                    <a:pt x="345232" y="1317239"/>
                  </a:cubicBezTo>
                  <a:cubicBezTo>
                    <a:pt x="385858" y="1372578"/>
                    <a:pt x="431017" y="1426270"/>
                    <a:pt x="477745" y="1480209"/>
                  </a:cubicBezTo>
                  <a:cubicBezTo>
                    <a:pt x="524474" y="1534231"/>
                    <a:pt x="573294" y="1588252"/>
                    <a:pt x="621156" y="1644414"/>
                  </a:cubicBezTo>
                  <a:cubicBezTo>
                    <a:pt x="645130" y="1672413"/>
                    <a:pt x="668843" y="1701070"/>
                    <a:pt x="692469" y="1730140"/>
                  </a:cubicBezTo>
                  <a:lnTo>
                    <a:pt x="726731" y="1772220"/>
                  </a:lnTo>
                  <a:cubicBezTo>
                    <a:pt x="737977" y="1785644"/>
                    <a:pt x="748700" y="1799396"/>
                    <a:pt x="760295" y="1812489"/>
                  </a:cubicBezTo>
                  <a:cubicBezTo>
                    <a:pt x="850788" y="1919050"/>
                    <a:pt x="948952" y="2017128"/>
                    <a:pt x="1048685" y="2110101"/>
                  </a:cubicBezTo>
                  <a:cubicBezTo>
                    <a:pt x="1098814" y="2156382"/>
                    <a:pt x="1149814" y="2201097"/>
                    <a:pt x="1202035" y="2244002"/>
                  </a:cubicBezTo>
                  <a:cubicBezTo>
                    <a:pt x="1254256" y="2286906"/>
                    <a:pt x="1307435" y="2328410"/>
                    <a:pt x="1362620" y="2367443"/>
                  </a:cubicBezTo>
                  <a:cubicBezTo>
                    <a:pt x="1472554" y="2445675"/>
                    <a:pt x="1591118" y="2515590"/>
                    <a:pt x="1721364" y="2562694"/>
                  </a:cubicBezTo>
                  <a:cubicBezTo>
                    <a:pt x="1786314" y="2586246"/>
                    <a:pt x="1853617" y="2604280"/>
                    <a:pt x="1922052" y="2617868"/>
                  </a:cubicBezTo>
                  <a:cubicBezTo>
                    <a:pt x="1939227" y="2621080"/>
                    <a:pt x="1956227" y="2624786"/>
                    <a:pt x="1973488" y="2627586"/>
                  </a:cubicBezTo>
                  <a:lnTo>
                    <a:pt x="2025360" y="2635738"/>
                  </a:lnTo>
                  <a:cubicBezTo>
                    <a:pt x="2060145" y="2640103"/>
                    <a:pt x="2094930" y="2644714"/>
                    <a:pt x="2130063" y="2647432"/>
                  </a:cubicBezTo>
                  <a:cubicBezTo>
                    <a:pt x="2147587" y="2648996"/>
                    <a:pt x="2165109" y="2650479"/>
                    <a:pt x="2182719" y="2651220"/>
                  </a:cubicBezTo>
                  <a:cubicBezTo>
                    <a:pt x="2200330" y="2652043"/>
                    <a:pt x="2217853" y="2653361"/>
                    <a:pt x="2235551" y="2653855"/>
                  </a:cubicBezTo>
                  <a:lnTo>
                    <a:pt x="2288556" y="2655008"/>
                  </a:lnTo>
                  <a:cubicBezTo>
                    <a:pt x="2306166" y="2655419"/>
                    <a:pt x="2323951" y="2654843"/>
                    <a:pt x="2341648" y="2654761"/>
                  </a:cubicBezTo>
                  <a:lnTo>
                    <a:pt x="2368238" y="2654514"/>
                  </a:lnTo>
                  <a:cubicBezTo>
                    <a:pt x="2376869" y="2654267"/>
                    <a:pt x="2385325" y="2653773"/>
                    <a:pt x="2393869" y="2653443"/>
                  </a:cubicBezTo>
                  <a:cubicBezTo>
                    <a:pt x="2402412" y="2653031"/>
                    <a:pt x="2410956" y="2652785"/>
                    <a:pt x="2419413" y="2652208"/>
                  </a:cubicBezTo>
                  <a:lnTo>
                    <a:pt x="2444869" y="2650232"/>
                  </a:lnTo>
                  <a:cubicBezTo>
                    <a:pt x="2478782" y="2647679"/>
                    <a:pt x="2512433" y="2643397"/>
                    <a:pt x="2545823" y="2638456"/>
                  </a:cubicBezTo>
                  <a:cubicBezTo>
                    <a:pt x="2679470" y="2617539"/>
                    <a:pt x="2807973" y="2576612"/>
                    <a:pt x="2930373" y="2519213"/>
                  </a:cubicBezTo>
                  <a:cubicBezTo>
                    <a:pt x="3053210" y="2462475"/>
                    <a:pt x="3170117" y="2389842"/>
                    <a:pt x="3285631" y="2310210"/>
                  </a:cubicBezTo>
                  <a:cubicBezTo>
                    <a:pt x="3314487" y="2290364"/>
                    <a:pt x="3343169" y="2269612"/>
                    <a:pt x="3371764" y="2248778"/>
                  </a:cubicBezTo>
                  <a:cubicBezTo>
                    <a:pt x="3400534" y="2227943"/>
                    <a:pt x="3429216" y="2206779"/>
                    <a:pt x="3457898" y="2185286"/>
                  </a:cubicBezTo>
                  <a:lnTo>
                    <a:pt x="3632344" y="2053527"/>
                  </a:lnTo>
                  <a:cubicBezTo>
                    <a:pt x="3752043" y="1963848"/>
                    <a:pt x="3872873" y="1880345"/>
                    <a:pt x="3990915" y="1798490"/>
                  </a:cubicBezTo>
                  <a:cubicBezTo>
                    <a:pt x="4108869" y="1716634"/>
                    <a:pt x="4222377" y="1633955"/>
                    <a:pt x="4324988" y="1544854"/>
                  </a:cubicBezTo>
                  <a:cubicBezTo>
                    <a:pt x="4427599" y="1455916"/>
                    <a:pt x="4520271" y="1361132"/>
                    <a:pt x="4592107" y="1254159"/>
                  </a:cubicBezTo>
                  <a:cubicBezTo>
                    <a:pt x="4628025" y="1200715"/>
                    <a:pt x="4658712" y="1144388"/>
                    <a:pt x="4683123" y="1085179"/>
                  </a:cubicBezTo>
                  <a:cubicBezTo>
                    <a:pt x="4707707" y="1026051"/>
                    <a:pt x="4725405" y="964125"/>
                    <a:pt x="4738568" y="900551"/>
                  </a:cubicBezTo>
                  <a:cubicBezTo>
                    <a:pt x="4745107" y="868764"/>
                    <a:pt x="4750338" y="836400"/>
                    <a:pt x="4753913" y="803708"/>
                  </a:cubicBezTo>
                  <a:cubicBezTo>
                    <a:pt x="4754959" y="795555"/>
                    <a:pt x="4755656" y="787320"/>
                    <a:pt x="4756441" y="779167"/>
                  </a:cubicBezTo>
                  <a:cubicBezTo>
                    <a:pt x="4757137" y="770932"/>
                    <a:pt x="4758010" y="762862"/>
                    <a:pt x="4758358" y="754133"/>
                  </a:cubicBezTo>
                  <a:lnTo>
                    <a:pt x="4761147" y="702417"/>
                  </a:lnTo>
                  <a:cubicBezTo>
                    <a:pt x="4763677" y="633409"/>
                    <a:pt x="4762107" y="564317"/>
                    <a:pt x="4756353" y="495638"/>
                  </a:cubicBezTo>
                  <a:cubicBezTo>
                    <a:pt x="4750774" y="426876"/>
                    <a:pt x="4740051" y="358691"/>
                    <a:pt x="4725578" y="291411"/>
                  </a:cubicBezTo>
                  <a:cubicBezTo>
                    <a:pt x="4710932" y="224131"/>
                    <a:pt x="4692625" y="157758"/>
                    <a:pt x="4673358" y="92042"/>
                  </a:cubicBezTo>
                  <a:lnTo>
                    <a:pt x="4644342" y="0"/>
                  </a:lnTo>
                  <a:lnTo>
                    <a:pt x="4862756" y="0"/>
                  </a:lnTo>
                  <a:lnTo>
                    <a:pt x="4876138" y="45680"/>
                  </a:lnTo>
                  <a:cubicBezTo>
                    <a:pt x="4892005" y="117818"/>
                    <a:pt x="4903077" y="190532"/>
                    <a:pt x="4911707" y="263329"/>
                  </a:cubicBezTo>
                  <a:cubicBezTo>
                    <a:pt x="4920513" y="336044"/>
                    <a:pt x="4927575" y="408677"/>
                    <a:pt x="4934809" y="481145"/>
                  </a:cubicBezTo>
                  <a:cubicBezTo>
                    <a:pt x="4941697" y="553694"/>
                    <a:pt x="4947799" y="626244"/>
                    <a:pt x="4953205" y="698959"/>
                  </a:cubicBezTo>
                  <a:lnTo>
                    <a:pt x="4956953" y="753557"/>
                  </a:lnTo>
                  <a:cubicBezTo>
                    <a:pt x="4957651" y="762533"/>
                    <a:pt x="4958087" y="772168"/>
                    <a:pt x="4958611" y="781638"/>
                  </a:cubicBezTo>
                  <a:cubicBezTo>
                    <a:pt x="4959133" y="791108"/>
                    <a:pt x="4959657" y="800661"/>
                    <a:pt x="4959831" y="810213"/>
                  </a:cubicBezTo>
                  <a:cubicBezTo>
                    <a:pt x="4961139" y="848341"/>
                    <a:pt x="4960703" y="886798"/>
                    <a:pt x="4958174" y="925338"/>
                  </a:cubicBezTo>
                  <a:cubicBezTo>
                    <a:pt x="4948759" y="1079578"/>
                    <a:pt x="4904907" y="1234972"/>
                    <a:pt x="4834030" y="1377519"/>
                  </a:cubicBezTo>
                  <a:cubicBezTo>
                    <a:pt x="4763327" y="1520478"/>
                    <a:pt x="4665861" y="1648779"/>
                    <a:pt x="4558106" y="1761515"/>
                  </a:cubicBezTo>
                  <a:cubicBezTo>
                    <a:pt x="4504229" y="1818090"/>
                    <a:pt x="4447650" y="1871123"/>
                    <a:pt x="4389937" y="1921603"/>
                  </a:cubicBezTo>
                  <a:cubicBezTo>
                    <a:pt x="4332223" y="1972083"/>
                    <a:pt x="4273726" y="2020669"/>
                    <a:pt x="4214618" y="2067115"/>
                  </a:cubicBezTo>
                  <a:cubicBezTo>
                    <a:pt x="4096664" y="2160417"/>
                    <a:pt x="3976094" y="2245484"/>
                    <a:pt x="3858489" y="2329316"/>
                  </a:cubicBezTo>
                  <a:lnTo>
                    <a:pt x="3768868" y="2393301"/>
                  </a:lnTo>
                  <a:cubicBezTo>
                    <a:pt x="3738529" y="2414794"/>
                    <a:pt x="3707929" y="2436452"/>
                    <a:pt x="3676806" y="2457698"/>
                  </a:cubicBezTo>
                  <a:cubicBezTo>
                    <a:pt x="3645770" y="2479027"/>
                    <a:pt x="3614385" y="2500273"/>
                    <a:pt x="3582477" y="2521272"/>
                  </a:cubicBezTo>
                  <a:cubicBezTo>
                    <a:pt x="3550483" y="2542107"/>
                    <a:pt x="3518226" y="2562776"/>
                    <a:pt x="3485185" y="2583035"/>
                  </a:cubicBezTo>
                  <a:cubicBezTo>
                    <a:pt x="3419451" y="2623633"/>
                    <a:pt x="3351625" y="2662996"/>
                    <a:pt x="3280923" y="2698983"/>
                  </a:cubicBezTo>
                  <a:cubicBezTo>
                    <a:pt x="3210307" y="2735134"/>
                    <a:pt x="3137251" y="2768732"/>
                    <a:pt x="3061230" y="2797555"/>
                  </a:cubicBezTo>
                  <a:cubicBezTo>
                    <a:pt x="2909886" y="2856024"/>
                    <a:pt x="2747295" y="2895468"/>
                    <a:pt x="2583137" y="2910950"/>
                  </a:cubicBezTo>
                  <a:cubicBezTo>
                    <a:pt x="2542075" y="2914657"/>
                    <a:pt x="2501013" y="2917456"/>
                    <a:pt x="2460038" y="2918280"/>
                  </a:cubicBezTo>
                  <a:lnTo>
                    <a:pt x="2429263" y="2918938"/>
                  </a:lnTo>
                  <a:cubicBezTo>
                    <a:pt x="2419064" y="2919021"/>
                    <a:pt x="2408777" y="2918774"/>
                    <a:pt x="2398576" y="2918774"/>
                  </a:cubicBezTo>
                  <a:lnTo>
                    <a:pt x="2367977" y="2918444"/>
                  </a:lnTo>
                  <a:lnTo>
                    <a:pt x="2338249" y="2917374"/>
                  </a:lnTo>
                  <a:cubicBezTo>
                    <a:pt x="2259089" y="2914985"/>
                    <a:pt x="2179756" y="2909057"/>
                    <a:pt x="2100770" y="2899503"/>
                  </a:cubicBezTo>
                  <a:cubicBezTo>
                    <a:pt x="2021699" y="2890445"/>
                    <a:pt x="1942801" y="2877434"/>
                    <a:pt x="1864776" y="2860141"/>
                  </a:cubicBezTo>
                  <a:cubicBezTo>
                    <a:pt x="1786836" y="2842683"/>
                    <a:pt x="1709508" y="2822013"/>
                    <a:pt x="1632964" y="2798461"/>
                  </a:cubicBezTo>
                  <a:cubicBezTo>
                    <a:pt x="1480138" y="2750946"/>
                    <a:pt x="1329055" y="2691818"/>
                    <a:pt x="1189219" y="2613010"/>
                  </a:cubicBezTo>
                  <a:cubicBezTo>
                    <a:pt x="1049296" y="2534366"/>
                    <a:pt x="924367" y="2434640"/>
                    <a:pt x="815305" y="2324292"/>
                  </a:cubicBezTo>
                  <a:cubicBezTo>
                    <a:pt x="760469" y="2269200"/>
                    <a:pt x="710603" y="2210567"/>
                    <a:pt x="663699" y="2150535"/>
                  </a:cubicBezTo>
                  <a:cubicBezTo>
                    <a:pt x="617059" y="2090255"/>
                    <a:pt x="572684" y="2029069"/>
                    <a:pt x="531274" y="1966565"/>
                  </a:cubicBezTo>
                  <a:cubicBezTo>
                    <a:pt x="520638" y="1951084"/>
                    <a:pt x="510612" y="1935355"/>
                    <a:pt x="500325" y="1919709"/>
                  </a:cubicBezTo>
                  <a:lnTo>
                    <a:pt x="470771" y="1874252"/>
                  </a:lnTo>
                  <a:cubicBezTo>
                    <a:pt x="451853" y="1844853"/>
                    <a:pt x="432238" y="1815701"/>
                    <a:pt x="412448" y="1786137"/>
                  </a:cubicBezTo>
                  <a:lnTo>
                    <a:pt x="291616" y="1606122"/>
                  </a:lnTo>
                  <a:cubicBezTo>
                    <a:pt x="251078" y="1544771"/>
                    <a:pt x="211062" y="1481609"/>
                    <a:pt x="173662" y="1415812"/>
                  </a:cubicBezTo>
                  <a:cubicBezTo>
                    <a:pt x="155005" y="1382872"/>
                    <a:pt x="136960" y="1349355"/>
                    <a:pt x="120483" y="1314934"/>
                  </a:cubicBezTo>
                  <a:cubicBezTo>
                    <a:pt x="104093" y="1280429"/>
                    <a:pt x="88837" y="1245266"/>
                    <a:pt x="75324" y="1209361"/>
                  </a:cubicBezTo>
                  <a:cubicBezTo>
                    <a:pt x="62072" y="1173375"/>
                    <a:pt x="50303" y="1136893"/>
                    <a:pt x="40713" y="1099837"/>
                  </a:cubicBezTo>
                  <a:cubicBezTo>
                    <a:pt x="36180" y="1081308"/>
                    <a:pt x="31560" y="1062697"/>
                    <a:pt x="27811" y="1044004"/>
                  </a:cubicBezTo>
                  <a:lnTo>
                    <a:pt x="22144" y="1016004"/>
                  </a:lnTo>
                  <a:lnTo>
                    <a:pt x="17436" y="987923"/>
                  </a:lnTo>
                  <a:cubicBezTo>
                    <a:pt x="5144" y="912986"/>
                    <a:pt x="0" y="837636"/>
                    <a:pt x="0" y="762944"/>
                  </a:cubicBezTo>
                  <a:cubicBezTo>
                    <a:pt x="349" y="615951"/>
                    <a:pt x="16652" y="468957"/>
                    <a:pt x="48385" y="324597"/>
                  </a:cubicBezTo>
                  <a:cubicBezTo>
                    <a:pt x="64209" y="252459"/>
                    <a:pt x="84238" y="181021"/>
                    <a:pt x="108474" y="11083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2" name="Freeform: Shape 1041">
              <a:extLst>
                <a:ext uri="{FF2B5EF4-FFF2-40B4-BE49-F238E27FC236}">
                  <a16:creationId xmlns:a16="http://schemas.microsoft.com/office/drawing/2014/main" id="{436F5721-88D0-4683-BB23-289611A4A7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86973" y="0"/>
              <a:ext cx="4934374" cy="2888360"/>
            </a:xfrm>
            <a:custGeom>
              <a:avLst/>
              <a:gdLst>
                <a:gd name="connsiteX0" fmla="*/ 179816 w 4934374"/>
                <a:gd name="connsiteY0" fmla="*/ 0 h 2888360"/>
                <a:gd name="connsiteX1" fmla="*/ 666325 w 4934374"/>
                <a:gd name="connsiteY1" fmla="*/ 0 h 2888360"/>
                <a:gd name="connsiteX2" fmla="*/ 626038 w 4934374"/>
                <a:gd name="connsiteY2" fmla="*/ 65170 h 2888360"/>
                <a:gd name="connsiteX3" fmla="*/ 435986 w 4934374"/>
                <a:gd name="connsiteY3" fmla="*/ 779635 h 2888360"/>
                <a:gd name="connsiteX4" fmla="*/ 750530 w 4934374"/>
                <a:gd name="connsiteY4" fmla="*/ 1443043 h 2888360"/>
                <a:gd name="connsiteX5" fmla="*/ 909024 w 4934374"/>
                <a:gd name="connsiteY5" fmla="*/ 1653610 h 2888360"/>
                <a:gd name="connsiteX6" fmla="*/ 2396223 w 4934374"/>
                <a:gd name="connsiteY6" fmla="*/ 2476694 h 2888360"/>
                <a:gd name="connsiteX7" fmla="*/ 3525201 w 4934374"/>
                <a:gd name="connsiteY7" fmla="*/ 1970327 h 2888360"/>
                <a:gd name="connsiteX8" fmla="*/ 3662596 w 4934374"/>
                <a:gd name="connsiteY8" fmla="*/ 1869778 h 2888360"/>
                <a:gd name="connsiteX9" fmla="*/ 4287500 w 4934374"/>
                <a:gd name="connsiteY9" fmla="*/ 1344141 h 2888360"/>
                <a:gd name="connsiteX10" fmla="*/ 4498563 w 4934374"/>
                <a:gd name="connsiteY10" fmla="*/ 779635 h 2888360"/>
                <a:gd name="connsiteX11" fmla="*/ 4376239 w 4934374"/>
                <a:gd name="connsiteY11" fmla="*/ 16511 h 2888360"/>
                <a:gd name="connsiteX12" fmla="*/ 4369703 w 4934374"/>
                <a:gd name="connsiteY12" fmla="*/ 0 h 2888360"/>
                <a:gd name="connsiteX13" fmla="*/ 4823642 w 4934374"/>
                <a:gd name="connsiteY13" fmla="*/ 0 h 2888360"/>
                <a:gd name="connsiteX14" fmla="*/ 4850554 w 4934374"/>
                <a:gd name="connsiteY14" fmla="*/ 89409 h 2888360"/>
                <a:gd name="connsiteX15" fmla="*/ 4934374 w 4934374"/>
                <a:gd name="connsiteY15" fmla="*/ 779553 h 2888360"/>
                <a:gd name="connsiteX16" fmla="*/ 3793540 w 4934374"/>
                <a:gd name="connsiteY16" fmla="*/ 2294701 h 2888360"/>
                <a:gd name="connsiteX17" fmla="*/ 2396135 w 4934374"/>
                <a:gd name="connsiteY17" fmla="*/ 2888360 h 2888360"/>
                <a:gd name="connsiteX18" fmla="*/ 548273 w 4934374"/>
                <a:gd name="connsiteY18" fmla="*/ 1884684 h 2888360"/>
                <a:gd name="connsiteX19" fmla="*/ 0 w 4934374"/>
                <a:gd name="connsiteY19" fmla="*/ 779553 h 2888360"/>
                <a:gd name="connsiteX20" fmla="*/ 137335 w 4934374"/>
                <a:gd name="connsiteY20" fmla="*/ 89409 h 2888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4934374" h="2888360">
                  <a:moveTo>
                    <a:pt x="179816" y="0"/>
                  </a:moveTo>
                  <a:lnTo>
                    <a:pt x="666325" y="0"/>
                  </a:lnTo>
                  <a:lnTo>
                    <a:pt x="626038" y="65170"/>
                  </a:lnTo>
                  <a:cubicBezTo>
                    <a:pt x="499976" y="295913"/>
                    <a:pt x="435986" y="536292"/>
                    <a:pt x="435986" y="779635"/>
                  </a:cubicBezTo>
                  <a:cubicBezTo>
                    <a:pt x="435986" y="1024707"/>
                    <a:pt x="538074" y="1167830"/>
                    <a:pt x="750530" y="1443043"/>
                  </a:cubicBezTo>
                  <a:cubicBezTo>
                    <a:pt x="801792" y="1509416"/>
                    <a:pt x="854797" y="1578096"/>
                    <a:pt x="909024" y="1653610"/>
                  </a:cubicBezTo>
                  <a:cubicBezTo>
                    <a:pt x="1323389" y="2230552"/>
                    <a:pt x="1768180" y="2476694"/>
                    <a:pt x="2396223" y="2476694"/>
                  </a:cubicBezTo>
                  <a:cubicBezTo>
                    <a:pt x="2808409" y="2476694"/>
                    <a:pt x="3110835" y="2276173"/>
                    <a:pt x="3525201" y="1970327"/>
                  </a:cubicBezTo>
                  <a:cubicBezTo>
                    <a:pt x="3571493" y="1936152"/>
                    <a:pt x="3617786" y="1902388"/>
                    <a:pt x="3662596" y="1869778"/>
                  </a:cubicBezTo>
                  <a:cubicBezTo>
                    <a:pt x="3905479" y="1692809"/>
                    <a:pt x="4134849" y="1525640"/>
                    <a:pt x="4287500" y="1344141"/>
                  </a:cubicBezTo>
                  <a:cubicBezTo>
                    <a:pt x="4433439" y="1170630"/>
                    <a:pt x="4498563" y="996543"/>
                    <a:pt x="4498563" y="779635"/>
                  </a:cubicBezTo>
                  <a:cubicBezTo>
                    <a:pt x="4498563" y="507799"/>
                    <a:pt x="4456499" y="249674"/>
                    <a:pt x="4376239" y="16511"/>
                  </a:cubicBezTo>
                  <a:lnTo>
                    <a:pt x="4369703" y="0"/>
                  </a:lnTo>
                  <a:lnTo>
                    <a:pt x="4823642" y="0"/>
                  </a:lnTo>
                  <a:lnTo>
                    <a:pt x="4850554" y="89409"/>
                  </a:lnTo>
                  <a:cubicBezTo>
                    <a:pt x="4905864" y="307423"/>
                    <a:pt x="4934374" y="539220"/>
                    <a:pt x="4934374" y="779553"/>
                  </a:cubicBezTo>
                  <a:cubicBezTo>
                    <a:pt x="4934374" y="1521110"/>
                    <a:pt x="4369101" y="1869861"/>
                    <a:pt x="3793540" y="2294701"/>
                  </a:cubicBezTo>
                  <a:cubicBezTo>
                    <a:pt x="3374293" y="2604171"/>
                    <a:pt x="2970389" y="2888360"/>
                    <a:pt x="2396135" y="2888360"/>
                  </a:cubicBezTo>
                  <a:cubicBezTo>
                    <a:pt x="1544564" y="2888360"/>
                    <a:pt x="991670" y="2502058"/>
                    <a:pt x="548273" y="1884684"/>
                  </a:cubicBezTo>
                  <a:cubicBezTo>
                    <a:pt x="282201" y="1514275"/>
                    <a:pt x="0" y="1260227"/>
                    <a:pt x="0" y="779553"/>
                  </a:cubicBezTo>
                  <a:cubicBezTo>
                    <a:pt x="0" y="539220"/>
                    <a:pt x="48876" y="307423"/>
                    <a:pt x="137335" y="8940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3" name="Freeform: Shape 1042">
              <a:extLst>
                <a:ext uri="{FF2B5EF4-FFF2-40B4-BE49-F238E27FC236}">
                  <a16:creationId xmlns:a16="http://schemas.microsoft.com/office/drawing/2014/main" id="{0DC43E93-F81B-4DAE-9F0A-DF9299A8CB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86973" y="0"/>
              <a:ext cx="4934374" cy="2888360"/>
            </a:xfrm>
            <a:custGeom>
              <a:avLst/>
              <a:gdLst>
                <a:gd name="connsiteX0" fmla="*/ 179816 w 4934374"/>
                <a:gd name="connsiteY0" fmla="*/ 0 h 2888360"/>
                <a:gd name="connsiteX1" fmla="*/ 767292 w 4934374"/>
                <a:gd name="connsiteY1" fmla="*/ 0 h 2888360"/>
                <a:gd name="connsiteX2" fmla="*/ 703453 w 4934374"/>
                <a:gd name="connsiteY2" fmla="*/ 102886 h 2888360"/>
                <a:gd name="connsiteX3" fmla="*/ 523079 w 4934374"/>
                <a:gd name="connsiteY3" fmla="*/ 779635 h 2888360"/>
                <a:gd name="connsiteX4" fmla="*/ 820885 w 4934374"/>
                <a:gd name="connsiteY4" fmla="*/ 1394539 h 2888360"/>
                <a:gd name="connsiteX5" fmla="*/ 981122 w 4934374"/>
                <a:gd name="connsiteY5" fmla="*/ 1607412 h 2888360"/>
                <a:gd name="connsiteX6" fmla="*/ 1592426 w 4934374"/>
                <a:gd name="connsiteY6" fmla="*/ 2196871 h 2888360"/>
                <a:gd name="connsiteX7" fmla="*/ 2396135 w 4934374"/>
                <a:gd name="connsiteY7" fmla="*/ 2394345 h 2888360"/>
                <a:gd name="connsiteX8" fmla="*/ 2913111 w 4934374"/>
                <a:gd name="connsiteY8" fmla="*/ 2268597 h 2888360"/>
                <a:gd name="connsiteX9" fmla="*/ 3471411 w 4934374"/>
                <a:gd name="connsiteY9" fmla="*/ 1905518 h 2888360"/>
                <a:gd name="connsiteX10" fmla="*/ 3609242 w 4934374"/>
                <a:gd name="connsiteY10" fmla="*/ 1804640 h 2888360"/>
                <a:gd name="connsiteX11" fmla="*/ 4219151 w 4934374"/>
                <a:gd name="connsiteY11" fmla="*/ 1292919 h 2888360"/>
                <a:gd name="connsiteX12" fmla="*/ 4411295 w 4934374"/>
                <a:gd name="connsiteY12" fmla="*/ 779635 h 2888360"/>
                <a:gd name="connsiteX13" fmla="*/ 4294235 w 4934374"/>
                <a:gd name="connsiteY13" fmla="*/ 44685 h 2888360"/>
                <a:gd name="connsiteX14" fmla="*/ 4276624 w 4934374"/>
                <a:gd name="connsiteY14" fmla="*/ 0 h 2888360"/>
                <a:gd name="connsiteX15" fmla="*/ 4823642 w 4934374"/>
                <a:gd name="connsiteY15" fmla="*/ 0 h 2888360"/>
                <a:gd name="connsiteX16" fmla="*/ 4850554 w 4934374"/>
                <a:gd name="connsiteY16" fmla="*/ 89409 h 2888360"/>
                <a:gd name="connsiteX17" fmla="*/ 4934374 w 4934374"/>
                <a:gd name="connsiteY17" fmla="*/ 779553 h 2888360"/>
                <a:gd name="connsiteX18" fmla="*/ 3793540 w 4934374"/>
                <a:gd name="connsiteY18" fmla="*/ 2294701 h 2888360"/>
                <a:gd name="connsiteX19" fmla="*/ 2396135 w 4934374"/>
                <a:gd name="connsiteY19" fmla="*/ 2888360 h 2888360"/>
                <a:gd name="connsiteX20" fmla="*/ 548273 w 4934374"/>
                <a:gd name="connsiteY20" fmla="*/ 1884684 h 2888360"/>
                <a:gd name="connsiteX21" fmla="*/ 0 w 4934374"/>
                <a:gd name="connsiteY21" fmla="*/ 779553 h 2888360"/>
                <a:gd name="connsiteX22" fmla="*/ 137335 w 4934374"/>
                <a:gd name="connsiteY22" fmla="*/ 89409 h 2888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4934374" h="2888360">
                  <a:moveTo>
                    <a:pt x="179816" y="0"/>
                  </a:moveTo>
                  <a:lnTo>
                    <a:pt x="767292" y="0"/>
                  </a:lnTo>
                  <a:lnTo>
                    <a:pt x="703453" y="102886"/>
                  </a:lnTo>
                  <a:cubicBezTo>
                    <a:pt x="583756" y="321853"/>
                    <a:pt x="523079" y="549550"/>
                    <a:pt x="523079" y="779635"/>
                  </a:cubicBezTo>
                  <a:cubicBezTo>
                    <a:pt x="523079" y="999508"/>
                    <a:pt x="614356" y="1127068"/>
                    <a:pt x="820885" y="1394539"/>
                  </a:cubicBezTo>
                  <a:cubicBezTo>
                    <a:pt x="872582" y="1461489"/>
                    <a:pt x="926023" y="1530745"/>
                    <a:pt x="981122" y="1607412"/>
                  </a:cubicBezTo>
                  <a:cubicBezTo>
                    <a:pt x="1175968" y="1878671"/>
                    <a:pt x="1375871" y="2071535"/>
                    <a:pt x="1592426" y="2196871"/>
                  </a:cubicBezTo>
                  <a:cubicBezTo>
                    <a:pt x="1821970" y="2329783"/>
                    <a:pt x="2084904" y="2394345"/>
                    <a:pt x="2396135" y="2394345"/>
                  </a:cubicBezTo>
                  <a:cubicBezTo>
                    <a:pt x="2572762" y="2394345"/>
                    <a:pt x="2737009" y="2354405"/>
                    <a:pt x="2913111" y="2268597"/>
                  </a:cubicBezTo>
                  <a:cubicBezTo>
                    <a:pt x="3093922" y="2180483"/>
                    <a:pt x="3272903" y="2052018"/>
                    <a:pt x="3471411" y="1905518"/>
                  </a:cubicBezTo>
                  <a:cubicBezTo>
                    <a:pt x="3517964" y="1871178"/>
                    <a:pt x="3564344" y="1837332"/>
                    <a:pt x="3609242" y="1804640"/>
                  </a:cubicBezTo>
                  <a:cubicBezTo>
                    <a:pt x="3847765" y="1630800"/>
                    <a:pt x="4073038" y="1466594"/>
                    <a:pt x="4219151" y="1292919"/>
                  </a:cubicBezTo>
                  <a:cubicBezTo>
                    <a:pt x="4353843" y="1132832"/>
                    <a:pt x="4411295" y="979332"/>
                    <a:pt x="4411295" y="779635"/>
                  </a:cubicBezTo>
                  <a:cubicBezTo>
                    <a:pt x="4411295" y="517475"/>
                    <a:pt x="4371040" y="268882"/>
                    <a:pt x="4294235" y="44685"/>
                  </a:cubicBezTo>
                  <a:lnTo>
                    <a:pt x="4276624" y="0"/>
                  </a:lnTo>
                  <a:lnTo>
                    <a:pt x="4823642" y="0"/>
                  </a:lnTo>
                  <a:lnTo>
                    <a:pt x="4850554" y="89409"/>
                  </a:lnTo>
                  <a:cubicBezTo>
                    <a:pt x="4905864" y="307423"/>
                    <a:pt x="4934374" y="539220"/>
                    <a:pt x="4934374" y="779553"/>
                  </a:cubicBezTo>
                  <a:cubicBezTo>
                    <a:pt x="4934374" y="1521110"/>
                    <a:pt x="4369101" y="1869861"/>
                    <a:pt x="3793540" y="2294701"/>
                  </a:cubicBezTo>
                  <a:cubicBezTo>
                    <a:pt x="3374293" y="2604171"/>
                    <a:pt x="2970389" y="2888360"/>
                    <a:pt x="2396135" y="2888360"/>
                  </a:cubicBezTo>
                  <a:cubicBezTo>
                    <a:pt x="1544564" y="2888360"/>
                    <a:pt x="991670" y="2502058"/>
                    <a:pt x="548273" y="1884684"/>
                  </a:cubicBezTo>
                  <a:cubicBezTo>
                    <a:pt x="282201" y="1514275"/>
                    <a:pt x="0" y="1260227"/>
                    <a:pt x="0" y="779553"/>
                  </a:cubicBezTo>
                  <a:cubicBezTo>
                    <a:pt x="0" y="539220"/>
                    <a:pt x="48876" y="307423"/>
                    <a:pt x="137335" y="8940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4" name="Freeform: Shape 1043">
              <a:extLst>
                <a:ext uri="{FF2B5EF4-FFF2-40B4-BE49-F238E27FC236}">
                  <a16:creationId xmlns:a16="http://schemas.microsoft.com/office/drawing/2014/main" id="{A2EECE7B-E861-4242-BD71-ADD8F2DD3E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7711" y="0"/>
              <a:ext cx="5069918" cy="3133064"/>
            </a:xfrm>
            <a:custGeom>
              <a:avLst/>
              <a:gdLst>
                <a:gd name="connsiteX0" fmla="*/ 153448 w 5069918"/>
                <a:gd name="connsiteY0" fmla="*/ 0 h 3133064"/>
                <a:gd name="connsiteX1" fmla="*/ 215434 w 5069918"/>
                <a:gd name="connsiteY1" fmla="*/ 0 h 3133064"/>
                <a:gd name="connsiteX2" fmla="*/ 215073 w 5069918"/>
                <a:gd name="connsiteY2" fmla="*/ 727 h 3133064"/>
                <a:gd name="connsiteX3" fmla="*/ 202868 w 5069918"/>
                <a:gd name="connsiteY3" fmla="*/ 26255 h 3133064"/>
                <a:gd name="connsiteX4" fmla="*/ 191273 w 5069918"/>
                <a:gd name="connsiteY4" fmla="*/ 52030 h 3133064"/>
                <a:gd name="connsiteX5" fmla="*/ 169129 w 5069918"/>
                <a:gd name="connsiteY5" fmla="*/ 103993 h 3133064"/>
                <a:gd name="connsiteX6" fmla="*/ 148381 w 5069918"/>
                <a:gd name="connsiteY6" fmla="*/ 156532 h 3133064"/>
                <a:gd name="connsiteX7" fmla="*/ 80903 w 5069918"/>
                <a:gd name="connsiteY7" fmla="*/ 371711 h 3133064"/>
                <a:gd name="connsiteX8" fmla="*/ 26154 w 5069918"/>
                <a:gd name="connsiteY8" fmla="*/ 817551 h 3133064"/>
                <a:gd name="connsiteX9" fmla="*/ 49169 w 5069918"/>
                <a:gd name="connsiteY9" fmla="*/ 1040143 h 3133064"/>
                <a:gd name="connsiteX10" fmla="*/ 119437 w 5069918"/>
                <a:gd name="connsiteY10" fmla="*/ 1253016 h 3133064"/>
                <a:gd name="connsiteX11" fmla="*/ 143672 w 5069918"/>
                <a:gd name="connsiteY11" fmla="*/ 1303908 h 3133064"/>
                <a:gd name="connsiteX12" fmla="*/ 170611 w 5069918"/>
                <a:gd name="connsiteY12" fmla="*/ 1353648 h 3133064"/>
                <a:gd name="connsiteX13" fmla="*/ 230330 w 5069918"/>
                <a:gd name="connsiteY13" fmla="*/ 1450079 h 3133064"/>
                <a:gd name="connsiteX14" fmla="*/ 279545 w 5069918"/>
                <a:gd name="connsiteY14" fmla="*/ 1519627 h 3133064"/>
                <a:gd name="connsiteX15" fmla="*/ 228347 w 5069918"/>
                <a:gd name="connsiteY15" fmla="*/ 1437024 h 3133064"/>
                <a:gd name="connsiteX16" fmla="*/ 175168 w 5069918"/>
                <a:gd name="connsiteY16" fmla="*/ 1336146 h 3133064"/>
                <a:gd name="connsiteX17" fmla="*/ 130009 w 5069918"/>
                <a:gd name="connsiteY17" fmla="*/ 1230573 h 3133064"/>
                <a:gd name="connsiteX18" fmla="*/ 95398 w 5069918"/>
                <a:gd name="connsiteY18" fmla="*/ 1121049 h 3133064"/>
                <a:gd name="connsiteX19" fmla="*/ 82496 w 5069918"/>
                <a:gd name="connsiteY19" fmla="*/ 1065216 h 3133064"/>
                <a:gd name="connsiteX20" fmla="*/ 76829 w 5069918"/>
                <a:gd name="connsiteY20" fmla="*/ 1037216 h 3133064"/>
                <a:gd name="connsiteX21" fmla="*/ 72121 w 5069918"/>
                <a:gd name="connsiteY21" fmla="*/ 1009135 h 3133064"/>
                <a:gd name="connsiteX22" fmla="*/ 54685 w 5069918"/>
                <a:gd name="connsiteY22" fmla="*/ 784156 h 3133064"/>
                <a:gd name="connsiteX23" fmla="*/ 103070 w 5069918"/>
                <a:gd name="connsiteY23" fmla="*/ 345810 h 3133064"/>
                <a:gd name="connsiteX24" fmla="*/ 163159 w 5069918"/>
                <a:gd name="connsiteY24" fmla="*/ 132051 h 3133064"/>
                <a:gd name="connsiteX25" fmla="*/ 217797 w 5069918"/>
                <a:gd name="connsiteY25" fmla="*/ 0 h 3133064"/>
                <a:gd name="connsiteX26" fmla="*/ 848227 w 5069918"/>
                <a:gd name="connsiteY26" fmla="*/ 0 h 3133064"/>
                <a:gd name="connsiteX27" fmla="*/ 771226 w 5069918"/>
                <a:gd name="connsiteY27" fmla="*/ 124098 h 3133064"/>
                <a:gd name="connsiteX28" fmla="*/ 590852 w 5069918"/>
                <a:gd name="connsiteY28" fmla="*/ 800847 h 3133064"/>
                <a:gd name="connsiteX29" fmla="*/ 888658 w 5069918"/>
                <a:gd name="connsiteY29" fmla="*/ 1415751 h 3133064"/>
                <a:gd name="connsiteX30" fmla="*/ 1048895 w 5069918"/>
                <a:gd name="connsiteY30" fmla="*/ 1628624 h 3133064"/>
                <a:gd name="connsiteX31" fmla="*/ 1660199 w 5069918"/>
                <a:gd name="connsiteY31" fmla="*/ 2218083 h 3133064"/>
                <a:gd name="connsiteX32" fmla="*/ 2463908 w 5069918"/>
                <a:gd name="connsiteY32" fmla="*/ 2415557 h 3133064"/>
                <a:gd name="connsiteX33" fmla="*/ 2980884 w 5069918"/>
                <a:gd name="connsiteY33" fmla="*/ 2289809 h 3133064"/>
                <a:gd name="connsiteX34" fmla="*/ 3539184 w 5069918"/>
                <a:gd name="connsiteY34" fmla="*/ 1926730 h 3133064"/>
                <a:gd name="connsiteX35" fmla="*/ 3677015 w 5069918"/>
                <a:gd name="connsiteY35" fmla="*/ 1825852 h 3133064"/>
                <a:gd name="connsiteX36" fmla="*/ 4286924 w 5069918"/>
                <a:gd name="connsiteY36" fmla="*/ 1314131 h 3133064"/>
                <a:gd name="connsiteX37" fmla="*/ 4479068 w 5069918"/>
                <a:gd name="connsiteY37" fmla="*/ 800847 h 3133064"/>
                <a:gd name="connsiteX38" fmla="*/ 4362007 w 5069918"/>
                <a:gd name="connsiteY38" fmla="*/ 65898 h 3133064"/>
                <a:gd name="connsiteX39" fmla="*/ 4336037 w 5069918"/>
                <a:gd name="connsiteY39" fmla="*/ 0 h 3133064"/>
                <a:gd name="connsiteX40" fmla="*/ 4913604 w 5069918"/>
                <a:gd name="connsiteY40" fmla="*/ 0 h 3133064"/>
                <a:gd name="connsiteX41" fmla="*/ 4930823 w 5069918"/>
                <a:gd name="connsiteY41" fmla="*/ 66892 h 3133064"/>
                <a:gd name="connsiteX42" fmla="*/ 4940407 w 5069918"/>
                <a:gd name="connsiteY42" fmla="*/ 125535 h 3133064"/>
                <a:gd name="connsiteX43" fmla="*/ 4982006 w 5069918"/>
                <a:gd name="connsiteY43" fmla="*/ 278378 h 3133064"/>
                <a:gd name="connsiteX44" fmla="*/ 5027482 w 5069918"/>
                <a:gd name="connsiteY44" fmla="*/ 504952 h 3133064"/>
                <a:gd name="connsiteX45" fmla="*/ 5058082 w 5069918"/>
                <a:gd name="connsiteY45" fmla="*/ 734049 h 3133064"/>
                <a:gd name="connsiteX46" fmla="*/ 5063486 w 5069918"/>
                <a:gd name="connsiteY46" fmla="*/ 791612 h 3133064"/>
                <a:gd name="connsiteX47" fmla="*/ 5067846 w 5069918"/>
                <a:gd name="connsiteY47" fmla="*/ 850245 h 3133064"/>
                <a:gd name="connsiteX48" fmla="*/ 5069414 w 5069918"/>
                <a:gd name="connsiteY48" fmla="*/ 969733 h 3133064"/>
                <a:gd name="connsiteX49" fmla="*/ 5040732 w 5069918"/>
                <a:gd name="connsiteY49" fmla="*/ 1209783 h 3133064"/>
                <a:gd name="connsiteX50" fmla="*/ 4964102 w 5069918"/>
                <a:gd name="connsiteY50" fmla="*/ 1442832 h 3133064"/>
                <a:gd name="connsiteX51" fmla="*/ 4689486 w 5069918"/>
                <a:gd name="connsiteY51" fmla="*/ 1849969 h 3133064"/>
                <a:gd name="connsiteX52" fmla="*/ 4333792 w 5069918"/>
                <a:gd name="connsiteY52" fmla="*/ 2176567 h 3133064"/>
                <a:gd name="connsiteX53" fmla="*/ 3965196 w 5069918"/>
                <a:gd name="connsiteY53" fmla="*/ 2468002 h 3133064"/>
                <a:gd name="connsiteX54" fmla="*/ 3873745 w 5069918"/>
                <a:gd name="connsiteY54" fmla="*/ 2541128 h 3133064"/>
                <a:gd name="connsiteX55" fmla="*/ 3779416 w 5069918"/>
                <a:gd name="connsiteY55" fmla="*/ 2614666 h 3133064"/>
                <a:gd name="connsiteX56" fmla="*/ 3582739 w 5069918"/>
                <a:gd name="connsiteY56" fmla="*/ 2756555 h 3133064"/>
                <a:gd name="connsiteX57" fmla="*/ 3371851 w 5069918"/>
                <a:gd name="connsiteY57" fmla="*/ 2886338 h 3133064"/>
                <a:gd name="connsiteX58" fmla="*/ 3143614 w 5069918"/>
                <a:gd name="connsiteY58" fmla="*/ 2995780 h 3133064"/>
                <a:gd name="connsiteX59" fmla="*/ 2643552 w 5069918"/>
                <a:gd name="connsiteY59" fmla="*/ 3122516 h 3133064"/>
                <a:gd name="connsiteX60" fmla="*/ 2514264 w 5069918"/>
                <a:gd name="connsiteY60" fmla="*/ 3131657 h 3133064"/>
                <a:gd name="connsiteX61" fmla="*/ 2481920 w 5069918"/>
                <a:gd name="connsiteY61" fmla="*/ 3132810 h 3133064"/>
                <a:gd name="connsiteX62" fmla="*/ 2449664 w 5069918"/>
                <a:gd name="connsiteY62" fmla="*/ 3132975 h 3133064"/>
                <a:gd name="connsiteX63" fmla="*/ 2386284 w 5069918"/>
                <a:gd name="connsiteY63" fmla="*/ 3132234 h 3133064"/>
                <a:gd name="connsiteX64" fmla="*/ 2260658 w 5069918"/>
                <a:gd name="connsiteY64" fmla="*/ 3127292 h 3133064"/>
                <a:gd name="connsiteX65" fmla="*/ 2134945 w 5069918"/>
                <a:gd name="connsiteY65" fmla="*/ 3115928 h 3133064"/>
                <a:gd name="connsiteX66" fmla="*/ 1884564 w 5069918"/>
                <a:gd name="connsiteY66" fmla="*/ 3075412 h 3133064"/>
                <a:gd name="connsiteX67" fmla="*/ 1639764 w 5069918"/>
                <a:gd name="connsiteY67" fmla="*/ 3005498 h 3133064"/>
                <a:gd name="connsiteX68" fmla="*/ 1407081 w 5069918"/>
                <a:gd name="connsiteY68" fmla="*/ 2904125 h 3133064"/>
                <a:gd name="connsiteX69" fmla="*/ 1193491 w 5069918"/>
                <a:gd name="connsiteY69" fmla="*/ 2772201 h 3133064"/>
                <a:gd name="connsiteX70" fmla="*/ 836141 w 5069918"/>
                <a:gd name="connsiteY70" fmla="*/ 2439839 h 3133064"/>
                <a:gd name="connsiteX71" fmla="*/ 690812 w 5069918"/>
                <a:gd name="connsiteY71" fmla="*/ 2251422 h 3133064"/>
                <a:gd name="connsiteX72" fmla="*/ 562397 w 5069918"/>
                <a:gd name="connsiteY72" fmla="*/ 2054937 h 3133064"/>
                <a:gd name="connsiteX73" fmla="*/ 502504 w 5069918"/>
                <a:gd name="connsiteY73" fmla="*/ 1957435 h 3133064"/>
                <a:gd name="connsiteX74" fmla="*/ 440258 w 5069918"/>
                <a:gd name="connsiteY74" fmla="*/ 1861580 h 3133064"/>
                <a:gd name="connsiteX75" fmla="*/ 310360 w 5069918"/>
                <a:gd name="connsiteY75" fmla="*/ 1670693 h 3133064"/>
                <a:gd name="connsiteX76" fmla="*/ 246806 w 5069918"/>
                <a:gd name="connsiteY76" fmla="*/ 1573603 h 3133064"/>
                <a:gd name="connsiteX77" fmla="*/ 186303 w 5069918"/>
                <a:gd name="connsiteY77" fmla="*/ 1474372 h 3133064"/>
                <a:gd name="connsiteX78" fmla="*/ 84390 w 5069918"/>
                <a:gd name="connsiteY78" fmla="*/ 1266192 h 3133064"/>
                <a:gd name="connsiteX79" fmla="*/ 20139 w 5069918"/>
                <a:gd name="connsiteY79" fmla="*/ 1045249 h 3133064"/>
                <a:gd name="connsiteX80" fmla="*/ 0 w 5069918"/>
                <a:gd name="connsiteY80" fmla="*/ 817551 h 3133064"/>
                <a:gd name="connsiteX81" fmla="*/ 102773 w 5069918"/>
                <a:gd name="connsiteY81" fmla="*/ 142588 h 31330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069918" h="3133064">
                  <a:moveTo>
                    <a:pt x="153448" y="0"/>
                  </a:moveTo>
                  <a:lnTo>
                    <a:pt x="215434" y="0"/>
                  </a:lnTo>
                  <a:lnTo>
                    <a:pt x="215073" y="727"/>
                  </a:lnTo>
                  <a:lnTo>
                    <a:pt x="202868" y="26255"/>
                  </a:lnTo>
                  <a:lnTo>
                    <a:pt x="191273" y="52030"/>
                  </a:lnTo>
                  <a:cubicBezTo>
                    <a:pt x="183688" y="69241"/>
                    <a:pt x="176016" y="86452"/>
                    <a:pt x="169129" y="103993"/>
                  </a:cubicBezTo>
                  <a:cubicBezTo>
                    <a:pt x="162242" y="121533"/>
                    <a:pt x="154658" y="138827"/>
                    <a:pt x="148381" y="156532"/>
                  </a:cubicBezTo>
                  <a:cubicBezTo>
                    <a:pt x="121529" y="226858"/>
                    <a:pt x="98775" y="298667"/>
                    <a:pt x="80903" y="371711"/>
                  </a:cubicBezTo>
                  <a:cubicBezTo>
                    <a:pt x="44636" y="517470"/>
                    <a:pt x="26067" y="667511"/>
                    <a:pt x="26154" y="817551"/>
                  </a:cubicBezTo>
                  <a:cubicBezTo>
                    <a:pt x="26589" y="892326"/>
                    <a:pt x="34000" y="966934"/>
                    <a:pt x="49169" y="1040143"/>
                  </a:cubicBezTo>
                  <a:cubicBezTo>
                    <a:pt x="65123" y="1113187"/>
                    <a:pt x="88226" y="1184666"/>
                    <a:pt x="119437" y="1253016"/>
                  </a:cubicBezTo>
                  <a:cubicBezTo>
                    <a:pt x="126847" y="1270228"/>
                    <a:pt x="135478" y="1287027"/>
                    <a:pt x="143672" y="1303908"/>
                  </a:cubicBezTo>
                  <a:cubicBezTo>
                    <a:pt x="152565" y="1320543"/>
                    <a:pt x="161021" y="1337342"/>
                    <a:pt x="170611" y="1353648"/>
                  </a:cubicBezTo>
                  <a:cubicBezTo>
                    <a:pt x="188919" y="1386587"/>
                    <a:pt x="209319" y="1418539"/>
                    <a:pt x="230330" y="1450079"/>
                  </a:cubicBezTo>
                  <a:lnTo>
                    <a:pt x="279545" y="1519627"/>
                  </a:lnTo>
                  <a:lnTo>
                    <a:pt x="228347" y="1437024"/>
                  </a:lnTo>
                  <a:cubicBezTo>
                    <a:pt x="209690" y="1404084"/>
                    <a:pt x="191645" y="1370567"/>
                    <a:pt x="175168" y="1336146"/>
                  </a:cubicBezTo>
                  <a:cubicBezTo>
                    <a:pt x="158778" y="1301641"/>
                    <a:pt x="143522" y="1266478"/>
                    <a:pt x="130009" y="1230573"/>
                  </a:cubicBezTo>
                  <a:cubicBezTo>
                    <a:pt x="116757" y="1194587"/>
                    <a:pt x="104988" y="1158105"/>
                    <a:pt x="95398" y="1121049"/>
                  </a:cubicBezTo>
                  <a:cubicBezTo>
                    <a:pt x="90865" y="1102520"/>
                    <a:pt x="86245" y="1083909"/>
                    <a:pt x="82496" y="1065216"/>
                  </a:cubicBezTo>
                  <a:lnTo>
                    <a:pt x="76829" y="1037216"/>
                  </a:lnTo>
                  <a:lnTo>
                    <a:pt x="72121" y="1009135"/>
                  </a:lnTo>
                  <a:cubicBezTo>
                    <a:pt x="59829" y="934198"/>
                    <a:pt x="54685" y="858847"/>
                    <a:pt x="54685" y="784156"/>
                  </a:cubicBezTo>
                  <a:cubicBezTo>
                    <a:pt x="55033" y="637163"/>
                    <a:pt x="71337" y="490169"/>
                    <a:pt x="103070" y="345810"/>
                  </a:cubicBezTo>
                  <a:cubicBezTo>
                    <a:pt x="118894" y="273671"/>
                    <a:pt x="138923" y="202233"/>
                    <a:pt x="163159" y="132051"/>
                  </a:cubicBezTo>
                  <a:lnTo>
                    <a:pt x="217797" y="0"/>
                  </a:lnTo>
                  <a:lnTo>
                    <a:pt x="848227" y="0"/>
                  </a:lnTo>
                  <a:lnTo>
                    <a:pt x="771226" y="124098"/>
                  </a:lnTo>
                  <a:cubicBezTo>
                    <a:pt x="651529" y="343066"/>
                    <a:pt x="590852" y="570762"/>
                    <a:pt x="590852" y="800847"/>
                  </a:cubicBezTo>
                  <a:cubicBezTo>
                    <a:pt x="590852" y="1020720"/>
                    <a:pt x="682129" y="1148280"/>
                    <a:pt x="888658" y="1415751"/>
                  </a:cubicBezTo>
                  <a:cubicBezTo>
                    <a:pt x="940355" y="1482701"/>
                    <a:pt x="993796" y="1551957"/>
                    <a:pt x="1048895" y="1628624"/>
                  </a:cubicBezTo>
                  <a:cubicBezTo>
                    <a:pt x="1243741" y="1899883"/>
                    <a:pt x="1443644" y="2092747"/>
                    <a:pt x="1660199" y="2218083"/>
                  </a:cubicBezTo>
                  <a:cubicBezTo>
                    <a:pt x="1889743" y="2350995"/>
                    <a:pt x="2152677" y="2415557"/>
                    <a:pt x="2463908" y="2415557"/>
                  </a:cubicBezTo>
                  <a:cubicBezTo>
                    <a:pt x="2640535" y="2415557"/>
                    <a:pt x="2804782" y="2375617"/>
                    <a:pt x="2980884" y="2289809"/>
                  </a:cubicBezTo>
                  <a:cubicBezTo>
                    <a:pt x="3161695" y="2201695"/>
                    <a:pt x="3340676" y="2073230"/>
                    <a:pt x="3539184" y="1926730"/>
                  </a:cubicBezTo>
                  <a:cubicBezTo>
                    <a:pt x="3585737" y="1892390"/>
                    <a:pt x="3632117" y="1858544"/>
                    <a:pt x="3677015" y="1825852"/>
                  </a:cubicBezTo>
                  <a:cubicBezTo>
                    <a:pt x="3915538" y="1652012"/>
                    <a:pt x="4140811" y="1487806"/>
                    <a:pt x="4286924" y="1314131"/>
                  </a:cubicBezTo>
                  <a:cubicBezTo>
                    <a:pt x="4421616" y="1154044"/>
                    <a:pt x="4479068" y="1000544"/>
                    <a:pt x="4479068" y="800847"/>
                  </a:cubicBezTo>
                  <a:cubicBezTo>
                    <a:pt x="4479068" y="538687"/>
                    <a:pt x="4438813" y="290094"/>
                    <a:pt x="4362007" y="65898"/>
                  </a:cubicBezTo>
                  <a:lnTo>
                    <a:pt x="4336037" y="0"/>
                  </a:lnTo>
                  <a:lnTo>
                    <a:pt x="4913604" y="0"/>
                  </a:lnTo>
                  <a:lnTo>
                    <a:pt x="4930823" y="66892"/>
                  </a:lnTo>
                  <a:lnTo>
                    <a:pt x="4940407" y="125535"/>
                  </a:lnTo>
                  <a:lnTo>
                    <a:pt x="4982006" y="278378"/>
                  </a:lnTo>
                  <a:cubicBezTo>
                    <a:pt x="4999758" y="353368"/>
                    <a:pt x="5014971" y="428944"/>
                    <a:pt x="5027482" y="504952"/>
                  </a:cubicBezTo>
                  <a:cubicBezTo>
                    <a:pt x="5040123" y="580961"/>
                    <a:pt x="5050323" y="657382"/>
                    <a:pt x="5058082" y="734049"/>
                  </a:cubicBezTo>
                  <a:cubicBezTo>
                    <a:pt x="5060261" y="753237"/>
                    <a:pt x="5061743" y="772425"/>
                    <a:pt x="5063486" y="791612"/>
                  </a:cubicBezTo>
                  <a:cubicBezTo>
                    <a:pt x="5065318" y="810552"/>
                    <a:pt x="5066625" y="830398"/>
                    <a:pt x="5067846" y="850245"/>
                  </a:cubicBezTo>
                  <a:cubicBezTo>
                    <a:pt x="5069851" y="889855"/>
                    <a:pt x="5070461" y="929712"/>
                    <a:pt x="5069414" y="969733"/>
                  </a:cubicBezTo>
                  <a:cubicBezTo>
                    <a:pt x="5067060" y="1049695"/>
                    <a:pt x="5057820" y="1130233"/>
                    <a:pt x="5040732" y="1209783"/>
                  </a:cubicBezTo>
                  <a:cubicBezTo>
                    <a:pt x="5023123" y="1289250"/>
                    <a:pt x="4997578" y="1367647"/>
                    <a:pt x="4964102" y="1442832"/>
                  </a:cubicBezTo>
                  <a:cubicBezTo>
                    <a:pt x="4897409" y="1593697"/>
                    <a:pt x="4799942" y="1730232"/>
                    <a:pt x="4689486" y="1849969"/>
                  </a:cubicBezTo>
                  <a:cubicBezTo>
                    <a:pt x="4579116" y="1970446"/>
                    <a:pt x="4456716" y="2076100"/>
                    <a:pt x="4333792" y="2176567"/>
                  </a:cubicBezTo>
                  <a:cubicBezTo>
                    <a:pt x="4210520" y="2276869"/>
                    <a:pt x="4085853" y="2371736"/>
                    <a:pt x="3965196" y="2468002"/>
                  </a:cubicBezTo>
                  <a:lnTo>
                    <a:pt x="3873745" y="2541128"/>
                  </a:lnTo>
                  <a:cubicBezTo>
                    <a:pt x="3842621" y="2565751"/>
                    <a:pt x="3811324" y="2590374"/>
                    <a:pt x="3779416" y="2614666"/>
                  </a:cubicBezTo>
                  <a:cubicBezTo>
                    <a:pt x="3715862" y="2663335"/>
                    <a:pt x="3650652" y="2711016"/>
                    <a:pt x="3582739" y="2756555"/>
                  </a:cubicBezTo>
                  <a:cubicBezTo>
                    <a:pt x="3514913" y="2802012"/>
                    <a:pt x="3445170" y="2846151"/>
                    <a:pt x="3371851" y="2886338"/>
                  </a:cubicBezTo>
                  <a:cubicBezTo>
                    <a:pt x="3298533" y="2926442"/>
                    <a:pt x="3222687" y="2963664"/>
                    <a:pt x="3143614" y="2995780"/>
                  </a:cubicBezTo>
                  <a:cubicBezTo>
                    <a:pt x="2985994" y="3060837"/>
                    <a:pt x="2815732" y="3104317"/>
                    <a:pt x="2643552" y="3122516"/>
                  </a:cubicBezTo>
                  <a:cubicBezTo>
                    <a:pt x="2600484" y="3126799"/>
                    <a:pt x="2557331" y="3130258"/>
                    <a:pt x="2514264" y="3131657"/>
                  </a:cubicBezTo>
                  <a:lnTo>
                    <a:pt x="2481920" y="3132810"/>
                  </a:lnTo>
                  <a:lnTo>
                    <a:pt x="2449664" y="3132975"/>
                  </a:lnTo>
                  <a:cubicBezTo>
                    <a:pt x="2427868" y="3133304"/>
                    <a:pt x="2407207" y="3132646"/>
                    <a:pt x="2386284" y="3132234"/>
                  </a:cubicBezTo>
                  <a:cubicBezTo>
                    <a:pt x="2344524" y="3131740"/>
                    <a:pt x="2302505" y="3129352"/>
                    <a:pt x="2260658" y="3127292"/>
                  </a:cubicBezTo>
                  <a:cubicBezTo>
                    <a:pt x="2218725" y="3123999"/>
                    <a:pt x="2176791" y="3120952"/>
                    <a:pt x="2134945" y="3115928"/>
                  </a:cubicBezTo>
                  <a:cubicBezTo>
                    <a:pt x="2051165" y="3106458"/>
                    <a:pt x="1967473" y="3093529"/>
                    <a:pt x="1884564" y="3075412"/>
                  </a:cubicBezTo>
                  <a:cubicBezTo>
                    <a:pt x="1801657" y="3057296"/>
                    <a:pt x="1719708" y="3033990"/>
                    <a:pt x="1639764" y="3005498"/>
                  </a:cubicBezTo>
                  <a:cubicBezTo>
                    <a:pt x="1559820" y="2976922"/>
                    <a:pt x="1481969" y="2942830"/>
                    <a:pt x="1407081" y="2904125"/>
                  </a:cubicBezTo>
                  <a:cubicBezTo>
                    <a:pt x="1332455" y="2864845"/>
                    <a:pt x="1260794" y="2820953"/>
                    <a:pt x="1193491" y="2772201"/>
                  </a:cubicBezTo>
                  <a:cubicBezTo>
                    <a:pt x="1058362" y="2675194"/>
                    <a:pt x="939973" y="2561469"/>
                    <a:pt x="836141" y="2439839"/>
                  </a:cubicBezTo>
                  <a:cubicBezTo>
                    <a:pt x="784444" y="2378735"/>
                    <a:pt x="736321" y="2315656"/>
                    <a:pt x="690812" y="2251422"/>
                  </a:cubicBezTo>
                  <a:cubicBezTo>
                    <a:pt x="645217" y="2187190"/>
                    <a:pt x="602674" y="2121557"/>
                    <a:pt x="562397" y="2054937"/>
                  </a:cubicBezTo>
                  <a:cubicBezTo>
                    <a:pt x="541823" y="2021256"/>
                    <a:pt x="522992" y="1989716"/>
                    <a:pt x="502504" y="1957435"/>
                  </a:cubicBezTo>
                  <a:cubicBezTo>
                    <a:pt x="482192" y="1925401"/>
                    <a:pt x="461530" y="1893367"/>
                    <a:pt x="440258" y="1861580"/>
                  </a:cubicBezTo>
                  <a:lnTo>
                    <a:pt x="310360" y="1670693"/>
                  </a:lnTo>
                  <a:cubicBezTo>
                    <a:pt x="288826" y="1638577"/>
                    <a:pt x="267555" y="1606296"/>
                    <a:pt x="246806" y="1573603"/>
                  </a:cubicBezTo>
                  <a:cubicBezTo>
                    <a:pt x="226057" y="1540910"/>
                    <a:pt x="205483" y="1508135"/>
                    <a:pt x="186303" y="1474372"/>
                  </a:cubicBezTo>
                  <a:cubicBezTo>
                    <a:pt x="147857" y="1407174"/>
                    <a:pt x="112550" y="1338002"/>
                    <a:pt x="84390" y="1266192"/>
                  </a:cubicBezTo>
                  <a:cubicBezTo>
                    <a:pt x="55708" y="1194630"/>
                    <a:pt x="34436" y="1120434"/>
                    <a:pt x="20139" y="1045249"/>
                  </a:cubicBezTo>
                  <a:cubicBezTo>
                    <a:pt x="6452" y="970064"/>
                    <a:pt x="0" y="893725"/>
                    <a:pt x="0" y="817551"/>
                  </a:cubicBezTo>
                  <a:cubicBezTo>
                    <a:pt x="850" y="589772"/>
                    <a:pt x="36028" y="362457"/>
                    <a:pt x="102773" y="14258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4" name="Picture 2" descr="Logo Volkshochschule Dresden">
            <a:extLst>
              <a:ext uri="{FF2B5EF4-FFF2-40B4-BE49-F238E27FC236}">
                <a16:creationId xmlns:a16="http://schemas.microsoft.com/office/drawing/2014/main" id="{EFF9E512-386B-75EF-AE58-0C2B3C17EC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475305" y="657939"/>
            <a:ext cx="2378315" cy="5832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0C6AC43D-AB99-74F7-FE93-6F05169C97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841037" y="3918973"/>
            <a:ext cx="2625205" cy="26252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749821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716124-8BC0-9D5F-803C-4B3E7350D3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5">
            <a:extLst>
              <a:ext uri="{FF2B5EF4-FFF2-40B4-BE49-F238E27FC236}">
                <a16:creationId xmlns:a16="http://schemas.microsoft.com/office/drawing/2014/main" id="{A38D6039-A323-FC91-7426-850CEF3CC353}"/>
              </a:ext>
            </a:extLst>
          </p:cNvPr>
          <p:cNvSpPr>
            <a:spLocks noChangeAspect="1"/>
          </p:cNvSpPr>
          <p:nvPr/>
        </p:nvSpPr>
        <p:spPr>
          <a:xfrm>
            <a:off x="2521226" y="2227312"/>
            <a:ext cx="2607999" cy="2344688"/>
          </a:xfrm>
          <a:prstGeom prst="ellipse">
            <a:avLst/>
          </a:prstGeom>
          <a:ln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Source-Code-Verwaltung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613D247-25C5-B350-8994-0CA16219A478}"/>
              </a:ext>
            </a:extLst>
          </p:cNvPr>
          <p:cNvSpPr>
            <a:spLocks noChangeAspect="1"/>
          </p:cNvSpPr>
          <p:nvPr/>
        </p:nvSpPr>
        <p:spPr>
          <a:xfrm>
            <a:off x="1160962" y="1214790"/>
            <a:ext cx="2096268" cy="2025044"/>
          </a:xfrm>
          <a:prstGeom prst="ellips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Management</a:t>
            </a:r>
          </a:p>
          <a:p>
            <a:pPr algn="ctr"/>
            <a:r>
              <a:rPr lang="de-DE" dirty="0"/>
              <a:t>Projekt-Analyse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C30097D8-4B4F-56D7-5EDF-A241C1F0583A}"/>
              </a:ext>
            </a:extLst>
          </p:cNvPr>
          <p:cNvSpPr>
            <a:spLocks noChangeAspect="1"/>
          </p:cNvSpPr>
          <p:nvPr/>
        </p:nvSpPr>
        <p:spPr>
          <a:xfrm>
            <a:off x="4545114" y="1214790"/>
            <a:ext cx="2023888" cy="2025044"/>
          </a:xfrm>
          <a:prstGeom prst="ellipse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Bauen und Testen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DC7735F-0DEB-9361-9122-503D3A145F66}"/>
              </a:ext>
            </a:extLst>
          </p:cNvPr>
          <p:cNvSpPr>
            <a:spLocks noChangeAspect="1"/>
          </p:cNvSpPr>
          <p:nvPr/>
        </p:nvSpPr>
        <p:spPr>
          <a:xfrm>
            <a:off x="2780151" y="482608"/>
            <a:ext cx="2023888" cy="2025044"/>
          </a:xfrm>
          <a:prstGeom prst="ellipse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Planen und Entwickeln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09E4CC4-E4B2-D983-1CE2-11FDDADBA246}"/>
              </a:ext>
            </a:extLst>
          </p:cNvPr>
          <p:cNvSpPr>
            <a:spLocks noChangeAspect="1"/>
          </p:cNvSpPr>
          <p:nvPr/>
        </p:nvSpPr>
        <p:spPr>
          <a:xfrm>
            <a:off x="4837170" y="2959494"/>
            <a:ext cx="2023888" cy="2025044"/>
          </a:xfrm>
          <a:prstGeom prst="ellipse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Artefakt-Erstellung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2483CDF-5B80-A5B4-74C9-9BE082C26BBC}"/>
              </a:ext>
            </a:extLst>
          </p:cNvPr>
          <p:cNvSpPr>
            <a:spLocks noChangeAspect="1"/>
          </p:cNvSpPr>
          <p:nvPr/>
        </p:nvSpPr>
        <p:spPr>
          <a:xfrm>
            <a:off x="1655310" y="4186094"/>
            <a:ext cx="2023888" cy="2025044"/>
          </a:xfrm>
          <a:prstGeom prst="ellipse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Releasen</a:t>
            </a:r>
            <a:endParaRPr lang="de-DE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FF268D51-AEF7-1C62-A3E9-9F4F9E004E4D}"/>
              </a:ext>
            </a:extLst>
          </p:cNvPr>
          <p:cNvSpPr>
            <a:spLocks noChangeAspect="1"/>
          </p:cNvSpPr>
          <p:nvPr/>
        </p:nvSpPr>
        <p:spPr>
          <a:xfrm>
            <a:off x="3525727" y="4186094"/>
            <a:ext cx="2023888" cy="2025044"/>
          </a:xfrm>
          <a:prstGeom prst="ellipse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Sicherheits-</a:t>
            </a:r>
          </a:p>
          <a:p>
            <a:pPr algn="ctr"/>
            <a:r>
              <a:rPr lang="de-DE" dirty="0" err="1"/>
              <a:t>prüfung</a:t>
            </a:r>
            <a:endParaRPr lang="de-DE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40535C89-FE57-09FF-BF0A-B734898CC283}"/>
              </a:ext>
            </a:extLst>
          </p:cNvPr>
          <p:cNvSpPr>
            <a:spLocks noChangeAspect="1"/>
          </p:cNvSpPr>
          <p:nvPr/>
        </p:nvSpPr>
        <p:spPr>
          <a:xfrm>
            <a:off x="740572" y="2753224"/>
            <a:ext cx="2258122" cy="2181399"/>
          </a:xfrm>
          <a:prstGeom prst="ellipse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Konfigurieren und Überwachen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1CBF6B47-554D-7829-4EC3-D643A86305F2}"/>
              </a:ext>
            </a:extLst>
          </p:cNvPr>
          <p:cNvSpPr txBox="1"/>
          <p:nvPr/>
        </p:nvSpPr>
        <p:spPr>
          <a:xfrm>
            <a:off x="7518952" y="1411256"/>
            <a:ext cx="4303644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/>
              <a:t>Im Kern eine Source-Code-Verwaltung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/>
              <a:t>Kann in allen Phasen des Software-Entwicklungszyklus eingesetzt werden: von der Planung bis zum </a:t>
            </a:r>
            <a:r>
              <a:rPr lang="de-DE" sz="2000" dirty="0" err="1"/>
              <a:t>Deployment</a:t>
            </a:r>
            <a:r>
              <a:rPr lang="de-DE" sz="2000" dirty="0"/>
              <a:t> in Produktion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/>
              <a:t>Kann als Selbst-</a:t>
            </a:r>
            <a:r>
              <a:rPr lang="de-DE" sz="2000" dirty="0" err="1"/>
              <a:t>Hosted</a:t>
            </a:r>
            <a:r>
              <a:rPr lang="de-DE" sz="2000" dirty="0"/>
              <a:t>-Version genutzt werden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/>
              <a:t>Feature-Umfang hängt von gewählter Version ab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/>
              <a:t>Skaliert mit Projekten und Unternehmen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/>
              <a:t>Anbindung an externe Systeme wie Cloud-Umgebungen (AWS, Azure, </a:t>
            </a:r>
            <a:r>
              <a:rPr lang="de-DE" sz="2000" dirty="0" err="1"/>
              <a:t>etc</a:t>
            </a:r>
            <a:r>
              <a:rPr lang="de-DE" sz="2000" dirty="0"/>
              <a:t>) möglich.</a:t>
            </a:r>
          </a:p>
        </p:txBody>
      </p:sp>
      <p:pic>
        <p:nvPicPr>
          <p:cNvPr id="2" name="Picture 2" descr="Logo Volkshochschule Dresden">
            <a:extLst>
              <a:ext uri="{FF2B5EF4-FFF2-40B4-BE49-F238E27FC236}">
                <a16:creationId xmlns:a16="http://schemas.microsoft.com/office/drawing/2014/main" id="{BF2B355E-BBAB-13D5-6FE6-84525BDDF5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33547" y="86968"/>
            <a:ext cx="2226264" cy="5469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AF379DA-97BA-F7DA-D4FA-33E1DB3098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22678" y="86968"/>
            <a:ext cx="760197" cy="7601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830130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725A70-23B6-94B5-2E02-9E0CAA5A9C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Inhaltsplatzhalter 3">
            <a:extLst>
              <a:ext uri="{FF2B5EF4-FFF2-40B4-BE49-F238E27FC236}">
                <a16:creationId xmlns:a16="http://schemas.microsoft.com/office/drawing/2014/main" id="{21830F3B-2B6C-4A3E-BE17-E61D41F22406}"/>
              </a:ext>
            </a:extLst>
          </p:cNvPr>
          <p:cNvSpPr txBox="1">
            <a:spLocks/>
          </p:cNvSpPr>
          <p:nvPr/>
        </p:nvSpPr>
        <p:spPr>
          <a:xfrm>
            <a:off x="6455772" y="1503200"/>
            <a:ext cx="5154440" cy="466725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280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Ermöglicht die Organisation durch Projekte</a:t>
            </a:r>
          </a:p>
          <a:p>
            <a:r>
              <a:rPr lang="de-DE" dirty="0">
                <a:solidFill>
                  <a:srgbClr val="000000"/>
                </a:solidFill>
                <a:latin typeface="Aptos" panose="020B0004020202020204" pitchFamily="34" charset="0"/>
              </a:rPr>
              <a:t>Projekte sind Repository übergreifend</a:t>
            </a:r>
            <a:endParaRPr lang="de-DE" sz="2800" dirty="0">
              <a:solidFill>
                <a:srgbClr val="000000"/>
              </a:solidFill>
              <a:effectLst/>
              <a:latin typeface="Aptos" panose="020B0004020202020204" pitchFamily="34" charset="0"/>
            </a:endParaRPr>
          </a:p>
          <a:p>
            <a:r>
              <a:rPr lang="de-DE" dirty="0">
                <a:solidFill>
                  <a:srgbClr val="000000"/>
                </a:solidFill>
                <a:latin typeface="Aptos" panose="020B0004020202020204" pitchFamily="34" charset="0"/>
              </a:rPr>
              <a:t>Ermöglicht Projekte auf verschiedene Arten zu organisieren:</a:t>
            </a:r>
          </a:p>
          <a:p>
            <a:pPr lvl="1"/>
            <a:r>
              <a:rPr lang="de-DE" dirty="0">
                <a:solidFill>
                  <a:srgbClr val="000000"/>
                </a:solidFill>
                <a:latin typeface="Aptos" panose="020B0004020202020204" pitchFamily="34" charset="0"/>
              </a:rPr>
              <a:t>Kanban</a:t>
            </a:r>
          </a:p>
          <a:p>
            <a:pPr lvl="1"/>
            <a:r>
              <a:rPr lang="de-DE" dirty="0" err="1">
                <a:solidFill>
                  <a:srgbClr val="000000"/>
                </a:solidFill>
                <a:latin typeface="Aptos" panose="020B0004020202020204" pitchFamily="34" charset="0"/>
              </a:rPr>
              <a:t>Scrum</a:t>
            </a:r>
            <a:endParaRPr lang="de-DE" dirty="0">
              <a:solidFill>
                <a:srgbClr val="000000"/>
              </a:solidFill>
              <a:latin typeface="Aptos" panose="020B0004020202020204" pitchFamily="34" charset="0"/>
            </a:endParaRPr>
          </a:p>
          <a:p>
            <a:pPr lvl="1"/>
            <a:r>
              <a:rPr lang="de-DE" dirty="0">
                <a:solidFill>
                  <a:srgbClr val="000000"/>
                </a:solidFill>
                <a:latin typeface="Aptos" panose="020B0004020202020204" pitchFamily="34" charset="0"/>
              </a:rPr>
              <a:t>Roadmap</a:t>
            </a:r>
          </a:p>
          <a:p>
            <a:pPr lvl="1"/>
            <a:r>
              <a:rPr lang="de-DE" dirty="0">
                <a:solidFill>
                  <a:srgbClr val="000000"/>
                </a:solidFill>
                <a:latin typeface="Aptos" panose="020B0004020202020204" pitchFamily="34" charset="0"/>
              </a:rPr>
              <a:t>Team </a:t>
            </a:r>
            <a:r>
              <a:rPr lang="de-DE" dirty="0" err="1">
                <a:solidFill>
                  <a:srgbClr val="000000"/>
                </a:solidFill>
                <a:latin typeface="Aptos" panose="020B0004020202020204" pitchFamily="34" charset="0"/>
              </a:rPr>
              <a:t>Capacity</a:t>
            </a:r>
            <a:endParaRPr lang="de-DE" dirty="0">
              <a:solidFill>
                <a:srgbClr val="000000"/>
              </a:solidFill>
              <a:latin typeface="Aptos" panose="020B0004020202020204" pitchFamily="34" charset="0"/>
            </a:endParaRPr>
          </a:p>
          <a:p>
            <a:pPr lvl="1"/>
            <a:endParaRPr lang="de-DE" dirty="0"/>
          </a:p>
        </p:txBody>
      </p:sp>
      <p:sp>
        <p:nvSpPr>
          <p:cNvPr id="17" name="Titel 1">
            <a:extLst>
              <a:ext uri="{FF2B5EF4-FFF2-40B4-BE49-F238E27FC236}">
                <a16:creationId xmlns:a16="http://schemas.microsoft.com/office/drawing/2014/main" id="{F36E1A12-E249-ED3C-5F6E-279E9B8B52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2" y="367944"/>
            <a:ext cx="10515600" cy="1325563"/>
          </a:xfrm>
        </p:spPr>
        <p:txBody>
          <a:bodyPr>
            <a:normAutofit/>
          </a:bodyPr>
          <a:lstStyle/>
          <a:p>
            <a:r>
              <a:rPr lang="de-DE" dirty="0"/>
              <a:t>Management-Projekt-Analyse</a:t>
            </a: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433ABBB6-9EAD-F81B-F8AB-59BA90F9F6F0}"/>
              </a:ext>
            </a:extLst>
          </p:cNvPr>
          <p:cNvSpPr/>
          <p:nvPr/>
        </p:nvSpPr>
        <p:spPr>
          <a:xfrm>
            <a:off x="3048659" y="6120724"/>
            <a:ext cx="36529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dirty="0"/>
              <a:t>https://</a:t>
            </a:r>
            <a:r>
              <a:rPr lang="de-DE" dirty="0" err="1"/>
              <a:t>github.com</a:t>
            </a:r>
            <a:r>
              <a:rPr lang="de-DE" dirty="0"/>
              <a:t>/</a:t>
            </a:r>
            <a:r>
              <a:rPr lang="de-DE" dirty="0" err="1"/>
              <a:t>features</a:t>
            </a:r>
            <a:r>
              <a:rPr lang="de-DE" dirty="0"/>
              <a:t>/</a:t>
            </a:r>
            <a:r>
              <a:rPr lang="de-DE" dirty="0" err="1"/>
              <a:t>issues</a:t>
            </a:r>
            <a:endParaRPr lang="de-DE" dirty="0"/>
          </a:p>
        </p:txBody>
      </p:sp>
      <p:pic>
        <p:nvPicPr>
          <p:cNvPr id="3" name="Picture 2" descr="Logo Volkshochschule Dresden">
            <a:extLst>
              <a:ext uri="{FF2B5EF4-FFF2-40B4-BE49-F238E27FC236}">
                <a16:creationId xmlns:a16="http://schemas.microsoft.com/office/drawing/2014/main" id="{BCFD22C8-C91A-7D69-A20E-EE9B22EA99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33547" y="86968"/>
            <a:ext cx="2226264" cy="5469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 descr="The image shows a project management interface with a dark theme, likely from a software development tool. The interface is divided into several sections. On the left side, there are squads listed &quot;Squad 1&quot; with 12 items, &quot;Squad 2&quot; with 3 items, and &quot;Squad 3&quot; with 16 items. Squad 1 has a list of tasks that are &quot;Acquire domain for launch&quot;, &quot;Hero site - development&quot;, &quot;Integrate with backend&quot;, &quot;Final creative shots from game&quot;, &quot;Enable for teams&quot;, &quot;Add leaderboard for Europe&quot;, &quot;Marketing plan&quot;, &quot;Email blast&quot;, and &quot;Feedback intake&quot;. Squad 3 has a task labeled &quot;Konami code easter egg&quot;. The main section displays a timeline showing when tasks will be completed. &#10;">
            <a:extLst>
              <a:ext uri="{FF2B5EF4-FFF2-40B4-BE49-F238E27FC236}">
                <a16:creationId xmlns:a16="http://schemas.microsoft.com/office/drawing/2014/main" id="{2E6D55A1-4C18-1C4C-D495-80ACEA6C8C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3504" y="1849136"/>
            <a:ext cx="5790195" cy="3159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id="{F7467752-021D-8D65-4CDD-A1991DF495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9711" y="86968"/>
            <a:ext cx="747586" cy="7475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140640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D0EDF5-C038-657B-32C3-2B26D32DFD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Inhaltsplatzhalter 3">
            <a:extLst>
              <a:ext uri="{FF2B5EF4-FFF2-40B4-BE49-F238E27FC236}">
                <a16:creationId xmlns:a16="http://schemas.microsoft.com/office/drawing/2014/main" id="{EBEE874C-A8AE-F271-DCDC-D97DBFF79C13}"/>
              </a:ext>
            </a:extLst>
          </p:cNvPr>
          <p:cNvSpPr txBox="1">
            <a:spLocks/>
          </p:cNvSpPr>
          <p:nvPr/>
        </p:nvSpPr>
        <p:spPr>
          <a:xfrm>
            <a:off x="6621046" y="1693507"/>
            <a:ext cx="4882297" cy="3994086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/>
              <a:t>Erlaubt CI/CD-Pipelines einfach über YAML-Dateien zu definieren </a:t>
            </a:r>
            <a:r>
              <a:rPr lang="de-DE" dirty="0">
                <a:sym typeface="Wingdings" pitchFamily="2" charset="2"/>
              </a:rPr>
              <a:t> Wiederverwendung möglich</a:t>
            </a:r>
            <a:endParaRPr lang="de-DE" dirty="0"/>
          </a:p>
          <a:p>
            <a:r>
              <a:rPr lang="de-DE" dirty="0"/>
              <a:t>Testergebnisse werden in MR einfach dargestellt</a:t>
            </a:r>
          </a:p>
          <a:p>
            <a:r>
              <a:rPr lang="de-DE" dirty="0"/>
              <a:t>Erlaubt bauen von Artefakten (</a:t>
            </a:r>
            <a:r>
              <a:rPr lang="de-DE" dirty="0" err="1"/>
              <a:t>Jar</a:t>
            </a:r>
            <a:r>
              <a:rPr lang="de-DE" dirty="0"/>
              <a:t>, exe, </a:t>
            </a:r>
            <a:r>
              <a:rPr lang="de-DE" dirty="0" err="1"/>
              <a:t>etc</a:t>
            </a:r>
            <a:r>
              <a:rPr lang="de-DE" dirty="0"/>
              <a:t>) oder Container-Images</a:t>
            </a:r>
          </a:p>
          <a:p>
            <a:r>
              <a:rPr lang="de-DE" dirty="0"/>
              <a:t>Pipeline-Analyse möglich</a:t>
            </a:r>
          </a:p>
          <a:p>
            <a:endParaRPr lang="de-DE" dirty="0"/>
          </a:p>
          <a:p>
            <a:endParaRPr lang="de-DE" dirty="0"/>
          </a:p>
        </p:txBody>
      </p:sp>
      <p:sp>
        <p:nvSpPr>
          <p:cNvPr id="17" name="Titel 1">
            <a:extLst>
              <a:ext uri="{FF2B5EF4-FFF2-40B4-BE49-F238E27FC236}">
                <a16:creationId xmlns:a16="http://schemas.microsoft.com/office/drawing/2014/main" id="{3385513D-16BF-123A-5F14-790164D6B7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2" y="367944"/>
            <a:ext cx="10515600" cy="1325563"/>
          </a:xfrm>
        </p:spPr>
        <p:txBody>
          <a:bodyPr>
            <a:normAutofit/>
          </a:bodyPr>
          <a:lstStyle/>
          <a:p>
            <a:r>
              <a:rPr lang="de-DE" dirty="0"/>
              <a:t>Bauen und Testen</a:t>
            </a: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521C7EA7-CD45-DE79-09D2-8EB6E65330D1}"/>
              </a:ext>
            </a:extLst>
          </p:cNvPr>
          <p:cNvSpPr/>
          <p:nvPr/>
        </p:nvSpPr>
        <p:spPr>
          <a:xfrm>
            <a:off x="3386076" y="6134988"/>
            <a:ext cx="373717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dirty="0"/>
              <a:t>https://</a:t>
            </a:r>
            <a:r>
              <a:rPr lang="de-DE" dirty="0" err="1"/>
              <a:t>github.com</a:t>
            </a:r>
            <a:r>
              <a:rPr lang="de-DE" dirty="0"/>
              <a:t>/</a:t>
            </a:r>
            <a:r>
              <a:rPr lang="de-DE" dirty="0" err="1"/>
              <a:t>features</a:t>
            </a:r>
            <a:r>
              <a:rPr lang="de-DE" dirty="0"/>
              <a:t>/</a:t>
            </a:r>
            <a:r>
              <a:rPr lang="de-DE" dirty="0" err="1"/>
              <a:t>actions</a:t>
            </a:r>
            <a:endParaRPr lang="de-DE" dirty="0"/>
          </a:p>
        </p:txBody>
      </p:sp>
      <p:pic>
        <p:nvPicPr>
          <p:cNvPr id="3" name="Picture 2" descr="Logo Volkshochschule Dresden">
            <a:extLst>
              <a:ext uri="{FF2B5EF4-FFF2-40B4-BE49-F238E27FC236}">
                <a16:creationId xmlns:a16="http://schemas.microsoft.com/office/drawing/2014/main" id="{ED395E33-DE6F-EB2E-196D-F0B49DB39B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33547" y="86968"/>
            <a:ext cx="2226264" cy="5469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>
            <a:extLst>
              <a:ext uri="{FF2B5EF4-FFF2-40B4-BE49-F238E27FC236}">
                <a16:creationId xmlns:a16="http://schemas.microsoft.com/office/drawing/2014/main" id="{E4DE19E4-4DF5-C139-FFE0-5A0FD3BE1F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3475" y="86968"/>
            <a:ext cx="747586" cy="7475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About monitoring workflows - GitHub ...">
            <a:extLst>
              <a:ext uri="{FF2B5EF4-FFF2-40B4-BE49-F238E27FC236}">
                <a16:creationId xmlns:a16="http://schemas.microsoft.com/office/drawing/2014/main" id="{589F0616-2CEA-BC3D-4F9B-0C53F4A22E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0757" y="1759563"/>
            <a:ext cx="3670300" cy="2222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GitHub Actions · GitHub">
            <a:extLst>
              <a:ext uri="{FF2B5EF4-FFF2-40B4-BE49-F238E27FC236}">
                <a16:creationId xmlns:a16="http://schemas.microsoft.com/office/drawing/2014/main" id="{06568692-F018-8EE9-B133-25689F0B21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758" y="3429000"/>
            <a:ext cx="3568700" cy="228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006750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0C4911-0D26-5535-8888-80356B5723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Inhaltsplatzhalter 3">
            <a:extLst>
              <a:ext uri="{FF2B5EF4-FFF2-40B4-BE49-F238E27FC236}">
                <a16:creationId xmlns:a16="http://schemas.microsoft.com/office/drawing/2014/main" id="{9A300D51-515C-C9F3-8E6A-B3A15F3B9531}"/>
              </a:ext>
            </a:extLst>
          </p:cNvPr>
          <p:cNvSpPr txBox="1">
            <a:spLocks/>
          </p:cNvSpPr>
          <p:nvPr/>
        </p:nvSpPr>
        <p:spPr>
          <a:xfrm>
            <a:off x="6765425" y="2800412"/>
            <a:ext cx="4882297" cy="1735493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/>
              <a:t>Container-Registry ist integriert</a:t>
            </a:r>
          </a:p>
          <a:p>
            <a:r>
              <a:rPr lang="de-DE" dirty="0"/>
              <a:t>Verschiedene Artefakt-</a:t>
            </a:r>
            <a:r>
              <a:rPr lang="de-DE" dirty="0" err="1"/>
              <a:t>Registries</a:t>
            </a:r>
            <a:r>
              <a:rPr lang="de-DE" dirty="0"/>
              <a:t> sind integriert</a:t>
            </a:r>
          </a:p>
          <a:p>
            <a:endParaRPr lang="de-DE" dirty="0"/>
          </a:p>
          <a:p>
            <a:endParaRPr lang="de-DE" dirty="0"/>
          </a:p>
        </p:txBody>
      </p:sp>
      <p:sp>
        <p:nvSpPr>
          <p:cNvPr id="17" name="Titel 1">
            <a:extLst>
              <a:ext uri="{FF2B5EF4-FFF2-40B4-BE49-F238E27FC236}">
                <a16:creationId xmlns:a16="http://schemas.microsoft.com/office/drawing/2014/main" id="{AD5D7043-1ED1-6414-9810-F2DC6B707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2" y="367944"/>
            <a:ext cx="10515600" cy="1325563"/>
          </a:xfrm>
        </p:spPr>
        <p:txBody>
          <a:bodyPr>
            <a:normAutofit/>
          </a:bodyPr>
          <a:lstStyle/>
          <a:p>
            <a:r>
              <a:rPr lang="de-DE" dirty="0"/>
              <a:t>Artefakt/Container-Erstellung</a:t>
            </a: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9A3DF910-1BCE-9AB6-84D0-5D345595F844}"/>
              </a:ext>
            </a:extLst>
          </p:cNvPr>
          <p:cNvSpPr/>
          <p:nvPr/>
        </p:nvSpPr>
        <p:spPr>
          <a:xfrm>
            <a:off x="1706066" y="6369884"/>
            <a:ext cx="957031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dirty="0"/>
              <a:t>https://</a:t>
            </a:r>
            <a:r>
              <a:rPr lang="de-DE" dirty="0" err="1"/>
              <a:t>docs.github.com</a:t>
            </a:r>
            <a:r>
              <a:rPr lang="de-DE" dirty="0"/>
              <a:t>/en/</a:t>
            </a:r>
            <a:r>
              <a:rPr lang="de-DE" dirty="0" err="1"/>
              <a:t>packages</a:t>
            </a:r>
            <a:r>
              <a:rPr lang="de-DE" dirty="0"/>
              <a:t>/</a:t>
            </a:r>
            <a:r>
              <a:rPr lang="de-DE" dirty="0" err="1"/>
              <a:t>learn-github-packages</a:t>
            </a:r>
            <a:r>
              <a:rPr lang="de-DE" dirty="0"/>
              <a:t>/</a:t>
            </a:r>
            <a:r>
              <a:rPr lang="de-DE" dirty="0" err="1"/>
              <a:t>introduction-to-github-packages</a:t>
            </a:r>
            <a:endParaRPr lang="de-DE" dirty="0"/>
          </a:p>
        </p:txBody>
      </p:sp>
      <p:pic>
        <p:nvPicPr>
          <p:cNvPr id="3" name="Picture 2" descr="Logo Volkshochschule Dresden">
            <a:extLst>
              <a:ext uri="{FF2B5EF4-FFF2-40B4-BE49-F238E27FC236}">
                <a16:creationId xmlns:a16="http://schemas.microsoft.com/office/drawing/2014/main" id="{BB1330CD-AF29-C9D4-C95F-2DEA6F9737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33547" y="86968"/>
            <a:ext cx="2226264" cy="5469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Grafik 5" descr="Ein Bild, das Text, Screenshot, Schrift, Design enthält.&#10;&#10;KI-generierte Inhalte können fehlerhaft sein.">
            <a:extLst>
              <a:ext uri="{FF2B5EF4-FFF2-40B4-BE49-F238E27FC236}">
                <a16:creationId xmlns:a16="http://schemas.microsoft.com/office/drawing/2014/main" id="{2D978455-3FDA-124D-28EF-B11BE48F3B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499" y="1789759"/>
            <a:ext cx="5931926" cy="3569472"/>
          </a:xfrm>
          <a:prstGeom prst="rect">
            <a:avLst/>
          </a:prstGeom>
        </p:spPr>
      </p:pic>
      <p:pic>
        <p:nvPicPr>
          <p:cNvPr id="4" name="Picture 2">
            <a:extLst>
              <a:ext uri="{FF2B5EF4-FFF2-40B4-BE49-F238E27FC236}">
                <a16:creationId xmlns:a16="http://schemas.microsoft.com/office/drawing/2014/main" id="{9DAE43CC-39DE-7EC2-C45A-1FAA6706CF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3475" y="86968"/>
            <a:ext cx="747586" cy="7475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367855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C188F35-F63B-6200-E3EC-4551734CD2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61" name="Rectangle 2060">
            <a:extLst>
              <a:ext uri="{FF2B5EF4-FFF2-40B4-BE49-F238E27FC236}">
                <a16:creationId xmlns:a16="http://schemas.microsoft.com/office/drawing/2014/main" id="{7ADD6C35-4B10-4BFC-BAD6-56B49A790F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C521432F-5672-B94C-57FA-9F9BF3FBF6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3777859"/>
            <a:ext cx="5946579" cy="151418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>
                <a:solidFill>
                  <a:schemeClr val="tx2"/>
                </a:solidFill>
              </a:rPr>
              <a:t>Gitlab</a:t>
            </a:r>
          </a:p>
        </p:txBody>
      </p:sp>
      <p:grpSp>
        <p:nvGrpSpPr>
          <p:cNvPr id="2063" name="Group 2062">
            <a:extLst>
              <a:ext uri="{FF2B5EF4-FFF2-40B4-BE49-F238E27FC236}">
                <a16:creationId xmlns:a16="http://schemas.microsoft.com/office/drawing/2014/main" id="{32AFDD1C-2418-460A-B0D3-EEF55EC823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866957" y="2290257"/>
            <a:ext cx="5324737" cy="4559213"/>
            <a:chOff x="6852124" y="2290257"/>
            <a:chExt cx="5330118" cy="4559213"/>
          </a:xfrm>
        </p:grpSpPr>
        <p:sp>
          <p:nvSpPr>
            <p:cNvPr id="2064" name="Freeform: Shape 2063">
              <a:extLst>
                <a:ext uri="{FF2B5EF4-FFF2-40B4-BE49-F238E27FC236}">
                  <a16:creationId xmlns:a16="http://schemas.microsoft.com/office/drawing/2014/main" id="{AF1D9B44-43EB-4833-B924-356EBE6D25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52124" y="2290257"/>
              <a:ext cx="5330118" cy="4559213"/>
            </a:xfrm>
            <a:custGeom>
              <a:avLst/>
              <a:gdLst>
                <a:gd name="connsiteX0" fmla="*/ 3444904 w 5330118"/>
                <a:gd name="connsiteY0" fmla="*/ 220 h 4559213"/>
                <a:gd name="connsiteX1" fmla="*/ 3769380 w 5330118"/>
                <a:gd name="connsiteY1" fmla="*/ 20786 h 4559213"/>
                <a:gd name="connsiteX2" fmla="*/ 4399652 w 5330118"/>
                <a:gd name="connsiteY2" fmla="*/ 157746 h 4559213"/>
                <a:gd name="connsiteX3" fmla="*/ 4978946 w 5330118"/>
                <a:gd name="connsiteY3" fmla="*/ 421156 h 4559213"/>
                <a:gd name="connsiteX4" fmla="*/ 5239909 w 5330118"/>
                <a:gd name="connsiteY4" fmla="*/ 596177 h 4559213"/>
                <a:gd name="connsiteX5" fmla="*/ 5330118 w 5330118"/>
                <a:gd name="connsiteY5" fmla="*/ 672101 h 4559213"/>
                <a:gd name="connsiteX6" fmla="*/ 5330118 w 5330118"/>
                <a:gd name="connsiteY6" fmla="*/ 817108 h 4559213"/>
                <a:gd name="connsiteX7" fmla="*/ 5165156 w 5330118"/>
                <a:gd name="connsiteY7" fmla="*/ 689392 h 4559213"/>
                <a:gd name="connsiteX8" fmla="*/ 4907074 w 5330118"/>
                <a:gd name="connsiteY8" fmla="*/ 537310 h 4559213"/>
                <a:gd name="connsiteX9" fmla="*/ 4344130 w 5330118"/>
                <a:gd name="connsiteY9" fmla="*/ 331280 h 4559213"/>
                <a:gd name="connsiteX10" fmla="*/ 3749396 w 5330118"/>
                <a:gd name="connsiteY10" fmla="*/ 251913 h 4559213"/>
                <a:gd name="connsiteX11" fmla="*/ 3153752 w 5330118"/>
                <a:gd name="connsiteY11" fmla="*/ 282158 h 4559213"/>
                <a:gd name="connsiteX12" fmla="*/ 2861381 w 5330118"/>
                <a:gd name="connsiteY12" fmla="*/ 336106 h 4559213"/>
                <a:gd name="connsiteX13" fmla="*/ 2574686 w 5330118"/>
                <a:gd name="connsiteY13" fmla="*/ 413220 h 4559213"/>
                <a:gd name="connsiteX14" fmla="*/ 2294918 w 5330118"/>
                <a:gd name="connsiteY14" fmla="*/ 511569 h 4559213"/>
                <a:gd name="connsiteX15" fmla="*/ 2023438 w 5330118"/>
                <a:gd name="connsiteY15" fmla="*/ 630404 h 4559213"/>
                <a:gd name="connsiteX16" fmla="*/ 1508751 w 5330118"/>
                <a:gd name="connsiteY16" fmla="*/ 922342 h 4559213"/>
                <a:gd name="connsiteX17" fmla="*/ 1387034 w 5330118"/>
                <a:gd name="connsiteY17" fmla="*/ 1006427 h 4559213"/>
                <a:gd name="connsiteX18" fmla="*/ 1327197 w 5330118"/>
                <a:gd name="connsiteY18" fmla="*/ 1049865 h 4559213"/>
                <a:gd name="connsiteX19" fmla="*/ 1268155 w 5330118"/>
                <a:gd name="connsiteY19" fmla="*/ 1094374 h 4559213"/>
                <a:gd name="connsiteX20" fmla="*/ 1040389 w 5330118"/>
                <a:gd name="connsiteY20" fmla="*/ 1283245 h 4559213"/>
                <a:gd name="connsiteX21" fmla="*/ 633794 w 5330118"/>
                <a:gd name="connsiteY21" fmla="*/ 1711714 h 4559213"/>
                <a:gd name="connsiteX22" fmla="*/ 460415 w 5330118"/>
                <a:gd name="connsiteY22" fmla="*/ 1950670 h 4559213"/>
                <a:gd name="connsiteX23" fmla="*/ 312810 w 5330118"/>
                <a:gd name="connsiteY23" fmla="*/ 2205715 h 4559213"/>
                <a:gd name="connsiteX24" fmla="*/ 280110 w 5330118"/>
                <a:gd name="connsiteY24" fmla="*/ 2271675 h 4559213"/>
                <a:gd name="connsiteX25" fmla="*/ 264214 w 5330118"/>
                <a:gd name="connsiteY25" fmla="*/ 2304923 h 4559213"/>
                <a:gd name="connsiteX26" fmla="*/ 249113 w 5330118"/>
                <a:gd name="connsiteY26" fmla="*/ 2338492 h 4559213"/>
                <a:gd name="connsiteX27" fmla="*/ 220272 w 5330118"/>
                <a:gd name="connsiteY27" fmla="*/ 2406168 h 4559213"/>
                <a:gd name="connsiteX28" fmla="*/ 193250 w 5330118"/>
                <a:gd name="connsiteY28" fmla="*/ 2474595 h 4559213"/>
                <a:gd name="connsiteX29" fmla="*/ 105368 w 5330118"/>
                <a:gd name="connsiteY29" fmla="*/ 2754843 h 4559213"/>
                <a:gd name="connsiteX30" fmla="*/ 34063 w 5330118"/>
                <a:gd name="connsiteY30" fmla="*/ 3335503 h 4559213"/>
                <a:gd name="connsiteX31" fmla="*/ 64038 w 5330118"/>
                <a:gd name="connsiteY31" fmla="*/ 3625404 h 4559213"/>
                <a:gd name="connsiteX32" fmla="*/ 155554 w 5330118"/>
                <a:gd name="connsiteY32" fmla="*/ 3902649 h 4559213"/>
                <a:gd name="connsiteX33" fmla="*/ 187118 w 5330118"/>
                <a:gd name="connsiteY33" fmla="*/ 3968931 h 4559213"/>
                <a:gd name="connsiteX34" fmla="*/ 222202 w 5330118"/>
                <a:gd name="connsiteY34" fmla="*/ 4033711 h 4559213"/>
                <a:gd name="connsiteX35" fmla="*/ 299980 w 5330118"/>
                <a:gd name="connsiteY35" fmla="*/ 4159303 h 4559213"/>
                <a:gd name="connsiteX36" fmla="*/ 385818 w 5330118"/>
                <a:gd name="connsiteY36" fmla="*/ 4280604 h 4559213"/>
                <a:gd name="connsiteX37" fmla="*/ 477786 w 5330118"/>
                <a:gd name="connsiteY37" fmla="*/ 4398474 h 4559213"/>
                <a:gd name="connsiteX38" fmla="*/ 609756 w 5330118"/>
                <a:gd name="connsiteY38" fmla="*/ 4559213 h 4559213"/>
                <a:gd name="connsiteX39" fmla="*/ 480825 w 5330118"/>
                <a:gd name="connsiteY39" fmla="*/ 4559213 h 4559213"/>
                <a:gd name="connsiteX40" fmla="*/ 404211 w 5330118"/>
                <a:gd name="connsiteY40" fmla="*/ 4446629 h 4559213"/>
                <a:gd name="connsiteX41" fmla="*/ 321439 w 5330118"/>
                <a:gd name="connsiteY41" fmla="*/ 4320180 h 4559213"/>
                <a:gd name="connsiteX42" fmla="*/ 242640 w 5330118"/>
                <a:gd name="connsiteY42" fmla="*/ 4190941 h 4559213"/>
                <a:gd name="connsiteX43" fmla="*/ 109909 w 5330118"/>
                <a:gd name="connsiteY43" fmla="*/ 3919809 h 4559213"/>
                <a:gd name="connsiteX44" fmla="*/ 26229 w 5330118"/>
                <a:gd name="connsiteY44" fmla="*/ 3632054 h 4559213"/>
                <a:gd name="connsiteX45" fmla="*/ 0 w 5330118"/>
                <a:gd name="connsiteY45" fmla="*/ 3335503 h 4559213"/>
                <a:gd name="connsiteX46" fmla="*/ 234352 w 5330118"/>
                <a:gd name="connsiteY46" fmla="*/ 2173647 h 4559213"/>
                <a:gd name="connsiteX47" fmla="*/ 360384 w 5330118"/>
                <a:gd name="connsiteY47" fmla="*/ 1898869 h 4559213"/>
                <a:gd name="connsiteX48" fmla="*/ 511282 w 5330118"/>
                <a:gd name="connsiteY48" fmla="*/ 1634172 h 4559213"/>
                <a:gd name="connsiteX49" fmla="*/ 884381 w 5330118"/>
                <a:gd name="connsiteY49" fmla="*/ 1143281 h 4559213"/>
                <a:gd name="connsiteX50" fmla="*/ 1104768 w 5330118"/>
                <a:gd name="connsiteY50" fmla="*/ 921806 h 4559213"/>
                <a:gd name="connsiteX51" fmla="*/ 1163128 w 5330118"/>
                <a:gd name="connsiteY51" fmla="*/ 869254 h 4559213"/>
                <a:gd name="connsiteX52" fmla="*/ 1222624 w 5330118"/>
                <a:gd name="connsiteY52" fmla="*/ 817773 h 4559213"/>
                <a:gd name="connsiteX53" fmla="*/ 1345591 w 5330118"/>
                <a:gd name="connsiteY53" fmla="*/ 718886 h 4559213"/>
                <a:gd name="connsiteX54" fmla="*/ 1883100 w 5330118"/>
                <a:gd name="connsiteY54" fmla="*/ 378362 h 4559213"/>
                <a:gd name="connsiteX55" fmla="*/ 3118895 w 5330118"/>
                <a:gd name="connsiteY55" fmla="*/ 13600 h 4559213"/>
                <a:gd name="connsiteX56" fmla="*/ 3444904 w 5330118"/>
                <a:gd name="connsiteY56" fmla="*/ 220 h 45592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</a:cxnLst>
              <a:rect l="l" t="t" r="r" b="b"/>
              <a:pathLst>
                <a:path w="5330118" h="4559213">
                  <a:moveTo>
                    <a:pt x="3444904" y="220"/>
                  </a:moveTo>
                  <a:cubicBezTo>
                    <a:pt x="3553706" y="1507"/>
                    <a:pt x="3662253" y="8452"/>
                    <a:pt x="3769380" y="20786"/>
                  </a:cubicBezTo>
                  <a:cubicBezTo>
                    <a:pt x="3983974" y="45668"/>
                    <a:pt x="4196072" y="90499"/>
                    <a:pt x="4399652" y="157746"/>
                  </a:cubicBezTo>
                  <a:cubicBezTo>
                    <a:pt x="4603235" y="224778"/>
                    <a:pt x="4797732" y="313798"/>
                    <a:pt x="4978946" y="421156"/>
                  </a:cubicBezTo>
                  <a:cubicBezTo>
                    <a:pt x="5069496" y="474943"/>
                    <a:pt x="5156611" y="533449"/>
                    <a:pt x="5239909" y="596177"/>
                  </a:cubicBezTo>
                  <a:lnTo>
                    <a:pt x="5330118" y="672101"/>
                  </a:lnTo>
                  <a:lnTo>
                    <a:pt x="5330118" y="817108"/>
                  </a:lnTo>
                  <a:lnTo>
                    <a:pt x="5165156" y="689392"/>
                  </a:lnTo>
                  <a:cubicBezTo>
                    <a:pt x="5082384" y="633729"/>
                    <a:pt x="4996431" y="582355"/>
                    <a:pt x="4907074" y="537310"/>
                  </a:cubicBezTo>
                  <a:cubicBezTo>
                    <a:pt x="4728926" y="446145"/>
                    <a:pt x="4538970" y="377933"/>
                    <a:pt x="4344130" y="331280"/>
                  </a:cubicBezTo>
                  <a:cubicBezTo>
                    <a:pt x="4149292" y="284518"/>
                    <a:pt x="3949571" y="258885"/>
                    <a:pt x="3749396" y="251913"/>
                  </a:cubicBezTo>
                  <a:cubicBezTo>
                    <a:pt x="3548993" y="243976"/>
                    <a:pt x="3350636" y="254701"/>
                    <a:pt x="3153752" y="282158"/>
                  </a:cubicBezTo>
                  <a:cubicBezTo>
                    <a:pt x="3055539" y="296422"/>
                    <a:pt x="2957892" y="314119"/>
                    <a:pt x="2861381" y="336106"/>
                  </a:cubicBezTo>
                  <a:cubicBezTo>
                    <a:pt x="2764870" y="358414"/>
                    <a:pt x="2669154" y="383833"/>
                    <a:pt x="2574686" y="413220"/>
                  </a:cubicBezTo>
                  <a:cubicBezTo>
                    <a:pt x="2480219" y="442499"/>
                    <a:pt x="2386888" y="475318"/>
                    <a:pt x="2294918" y="511569"/>
                  </a:cubicBezTo>
                  <a:cubicBezTo>
                    <a:pt x="2203063" y="547928"/>
                    <a:pt x="2112455" y="587610"/>
                    <a:pt x="2023438" y="630404"/>
                  </a:cubicBezTo>
                  <a:cubicBezTo>
                    <a:pt x="1845404" y="715883"/>
                    <a:pt x="1673274" y="813375"/>
                    <a:pt x="1508751" y="922342"/>
                  </a:cubicBezTo>
                  <a:cubicBezTo>
                    <a:pt x="1467763" y="949692"/>
                    <a:pt x="1426887" y="977470"/>
                    <a:pt x="1387034" y="1006427"/>
                  </a:cubicBezTo>
                  <a:cubicBezTo>
                    <a:pt x="1366824" y="1020585"/>
                    <a:pt x="1347067" y="1035279"/>
                    <a:pt x="1327197" y="1049865"/>
                  </a:cubicBezTo>
                  <a:cubicBezTo>
                    <a:pt x="1307213" y="1064343"/>
                    <a:pt x="1287571" y="1079252"/>
                    <a:pt x="1268155" y="1094374"/>
                  </a:cubicBezTo>
                  <a:cubicBezTo>
                    <a:pt x="1190152" y="1154757"/>
                    <a:pt x="1113851" y="1217392"/>
                    <a:pt x="1040389" y="1283245"/>
                  </a:cubicBezTo>
                  <a:cubicBezTo>
                    <a:pt x="893125" y="1414521"/>
                    <a:pt x="756533" y="1557701"/>
                    <a:pt x="633794" y="1711714"/>
                  </a:cubicBezTo>
                  <a:cubicBezTo>
                    <a:pt x="572480" y="1788721"/>
                    <a:pt x="514461" y="1868409"/>
                    <a:pt x="460415" y="1950670"/>
                  </a:cubicBezTo>
                  <a:cubicBezTo>
                    <a:pt x="407277" y="2033362"/>
                    <a:pt x="357091" y="2118091"/>
                    <a:pt x="312810" y="2205715"/>
                  </a:cubicBezTo>
                  <a:cubicBezTo>
                    <a:pt x="301342" y="2227488"/>
                    <a:pt x="290669" y="2249581"/>
                    <a:pt x="280110" y="2271675"/>
                  </a:cubicBezTo>
                  <a:lnTo>
                    <a:pt x="264214" y="2304923"/>
                  </a:lnTo>
                  <a:lnTo>
                    <a:pt x="249113" y="2338492"/>
                  </a:lnTo>
                  <a:cubicBezTo>
                    <a:pt x="239234" y="2360908"/>
                    <a:pt x="229243" y="2383324"/>
                    <a:pt x="220272" y="2406168"/>
                  </a:cubicBezTo>
                  <a:cubicBezTo>
                    <a:pt x="211302" y="2429012"/>
                    <a:pt x="201425" y="2451536"/>
                    <a:pt x="193250" y="2474595"/>
                  </a:cubicBezTo>
                  <a:cubicBezTo>
                    <a:pt x="158279" y="2566187"/>
                    <a:pt x="128643" y="2659711"/>
                    <a:pt x="105368" y="2754843"/>
                  </a:cubicBezTo>
                  <a:cubicBezTo>
                    <a:pt x="58134" y="2944678"/>
                    <a:pt x="33950" y="3140091"/>
                    <a:pt x="34063" y="3335503"/>
                  </a:cubicBezTo>
                  <a:cubicBezTo>
                    <a:pt x="34630" y="3432888"/>
                    <a:pt x="44282" y="3530058"/>
                    <a:pt x="64038" y="3625404"/>
                  </a:cubicBezTo>
                  <a:cubicBezTo>
                    <a:pt x="84817" y="3720536"/>
                    <a:pt x="114905" y="3813631"/>
                    <a:pt x="155554" y="3902649"/>
                  </a:cubicBezTo>
                  <a:cubicBezTo>
                    <a:pt x="165205" y="3925066"/>
                    <a:pt x="176446" y="3946945"/>
                    <a:pt x="187118" y="3968931"/>
                  </a:cubicBezTo>
                  <a:cubicBezTo>
                    <a:pt x="198700" y="3990597"/>
                    <a:pt x="209713" y="4012475"/>
                    <a:pt x="222202" y="4033711"/>
                  </a:cubicBezTo>
                  <a:cubicBezTo>
                    <a:pt x="246047" y="4076612"/>
                    <a:pt x="272615" y="4118225"/>
                    <a:pt x="299980" y="4159303"/>
                  </a:cubicBezTo>
                  <a:cubicBezTo>
                    <a:pt x="327230" y="4200488"/>
                    <a:pt x="356410" y="4240599"/>
                    <a:pt x="385818" y="4280604"/>
                  </a:cubicBezTo>
                  <a:cubicBezTo>
                    <a:pt x="415679" y="4320287"/>
                    <a:pt x="446676" y="4359434"/>
                    <a:pt x="477786" y="4398474"/>
                  </a:cubicBezTo>
                  <a:lnTo>
                    <a:pt x="609756" y="4559213"/>
                  </a:lnTo>
                  <a:lnTo>
                    <a:pt x="480825" y="4559213"/>
                  </a:lnTo>
                  <a:lnTo>
                    <a:pt x="404211" y="4446629"/>
                  </a:lnTo>
                  <a:cubicBezTo>
                    <a:pt x="376166" y="4404802"/>
                    <a:pt x="348461" y="4362759"/>
                    <a:pt x="321439" y="4320180"/>
                  </a:cubicBezTo>
                  <a:cubicBezTo>
                    <a:pt x="294415" y="4277601"/>
                    <a:pt x="267619" y="4234915"/>
                    <a:pt x="242640" y="4190941"/>
                  </a:cubicBezTo>
                  <a:cubicBezTo>
                    <a:pt x="192568" y="4103424"/>
                    <a:pt x="146584" y="4013334"/>
                    <a:pt x="109909" y="3919809"/>
                  </a:cubicBezTo>
                  <a:cubicBezTo>
                    <a:pt x="72554" y="3826608"/>
                    <a:pt x="44850" y="3729975"/>
                    <a:pt x="26229" y="3632054"/>
                  </a:cubicBezTo>
                  <a:cubicBezTo>
                    <a:pt x="8403" y="3534134"/>
                    <a:pt x="0" y="3434711"/>
                    <a:pt x="0" y="3335503"/>
                  </a:cubicBezTo>
                  <a:cubicBezTo>
                    <a:pt x="1476" y="2939959"/>
                    <a:pt x="82433" y="2545488"/>
                    <a:pt x="234352" y="2173647"/>
                  </a:cubicBezTo>
                  <a:cubicBezTo>
                    <a:pt x="272502" y="2080767"/>
                    <a:pt x="313831" y="1988745"/>
                    <a:pt x="360384" y="1898869"/>
                  </a:cubicBezTo>
                  <a:cubicBezTo>
                    <a:pt x="406255" y="1808669"/>
                    <a:pt x="456781" y="1720402"/>
                    <a:pt x="511282" y="1634172"/>
                  </a:cubicBezTo>
                  <a:cubicBezTo>
                    <a:pt x="620396" y="1461818"/>
                    <a:pt x="744951" y="1296973"/>
                    <a:pt x="884381" y="1143281"/>
                  </a:cubicBezTo>
                  <a:cubicBezTo>
                    <a:pt x="954438" y="1066703"/>
                    <a:pt x="1027559" y="992378"/>
                    <a:pt x="1104768" y="921806"/>
                  </a:cubicBezTo>
                  <a:cubicBezTo>
                    <a:pt x="1123956" y="904003"/>
                    <a:pt x="1143258" y="886414"/>
                    <a:pt x="1163128" y="869254"/>
                  </a:cubicBezTo>
                  <a:cubicBezTo>
                    <a:pt x="1182885" y="851985"/>
                    <a:pt x="1202300" y="834396"/>
                    <a:pt x="1222624" y="817773"/>
                  </a:cubicBezTo>
                  <a:cubicBezTo>
                    <a:pt x="1262819" y="783988"/>
                    <a:pt x="1304034" y="751277"/>
                    <a:pt x="1345591" y="718886"/>
                  </a:cubicBezTo>
                  <a:cubicBezTo>
                    <a:pt x="1512612" y="590184"/>
                    <a:pt x="1693030" y="476176"/>
                    <a:pt x="1883100" y="378362"/>
                  </a:cubicBezTo>
                  <a:cubicBezTo>
                    <a:pt x="2263126" y="182628"/>
                    <a:pt x="2685504" y="54677"/>
                    <a:pt x="3118895" y="13600"/>
                  </a:cubicBezTo>
                  <a:cubicBezTo>
                    <a:pt x="3227044" y="3304"/>
                    <a:pt x="3336102" y="-1067"/>
                    <a:pt x="3444904" y="22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65" name="Freeform: Shape 2064">
              <a:extLst>
                <a:ext uri="{FF2B5EF4-FFF2-40B4-BE49-F238E27FC236}">
                  <a16:creationId xmlns:a16="http://schemas.microsoft.com/office/drawing/2014/main" id="{A32CECE0-15B8-4DAB-B839-B0082C6FFC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74598" y="2512952"/>
              <a:ext cx="5307644" cy="4336518"/>
            </a:xfrm>
            <a:custGeom>
              <a:avLst/>
              <a:gdLst>
                <a:gd name="connsiteX0" fmla="*/ 5307644 w 5307644"/>
                <a:gd name="connsiteY0" fmla="*/ 4310537 h 4336518"/>
                <a:gd name="connsiteX1" fmla="*/ 5307644 w 5307644"/>
                <a:gd name="connsiteY1" fmla="*/ 4336518 h 4336518"/>
                <a:gd name="connsiteX2" fmla="*/ 5271469 w 5307644"/>
                <a:gd name="connsiteY2" fmla="*/ 4336518 h 4336518"/>
                <a:gd name="connsiteX3" fmla="*/ 3433280 w 5307644"/>
                <a:gd name="connsiteY3" fmla="*/ 1379 h 4336518"/>
                <a:gd name="connsiteX4" fmla="*/ 3739290 w 5307644"/>
                <a:gd name="connsiteY4" fmla="*/ 5668 h 4336518"/>
                <a:gd name="connsiteX5" fmla="*/ 4345494 w 5307644"/>
                <a:gd name="connsiteY5" fmla="*/ 94581 h 4336518"/>
                <a:gd name="connsiteX6" fmla="*/ 4922289 w 5307644"/>
                <a:gd name="connsiteY6" fmla="*/ 300933 h 4336518"/>
                <a:gd name="connsiteX7" fmla="*/ 5188801 w 5307644"/>
                <a:gd name="connsiteY7" fmla="*/ 449771 h 4336518"/>
                <a:gd name="connsiteX8" fmla="*/ 5307644 w 5307644"/>
                <a:gd name="connsiteY8" fmla="*/ 531018 h 4336518"/>
                <a:gd name="connsiteX9" fmla="*/ 5307644 w 5307644"/>
                <a:gd name="connsiteY9" fmla="*/ 868543 h 4336518"/>
                <a:gd name="connsiteX10" fmla="*/ 5256558 w 5307644"/>
                <a:gd name="connsiteY10" fmla="*/ 823998 h 4336518"/>
                <a:gd name="connsiteX11" fmla="*/ 4794554 w 5307644"/>
                <a:gd name="connsiteY11" fmla="*/ 538923 h 4336518"/>
                <a:gd name="connsiteX12" fmla="*/ 4274643 w 5307644"/>
                <a:gd name="connsiteY12" fmla="*/ 359921 h 4336518"/>
                <a:gd name="connsiteX13" fmla="*/ 3722940 w 5307644"/>
                <a:gd name="connsiteY13" fmla="*/ 285703 h 4336518"/>
                <a:gd name="connsiteX14" fmla="*/ 3163858 w 5307644"/>
                <a:gd name="connsiteY14" fmla="*/ 304579 h 4336518"/>
                <a:gd name="connsiteX15" fmla="*/ 2615108 w 5307644"/>
                <a:gd name="connsiteY15" fmla="*/ 413546 h 4336518"/>
                <a:gd name="connsiteX16" fmla="*/ 2090201 w 5307644"/>
                <a:gd name="connsiteY16" fmla="*/ 603167 h 4336518"/>
                <a:gd name="connsiteX17" fmla="*/ 1152228 w 5307644"/>
                <a:gd name="connsiteY17" fmla="*/ 1185758 h 4336518"/>
                <a:gd name="connsiteX18" fmla="*/ 768796 w 5307644"/>
                <a:gd name="connsiteY18" fmla="*/ 1574544 h 4336518"/>
                <a:gd name="connsiteX19" fmla="*/ 465637 w 5307644"/>
                <a:gd name="connsiteY19" fmla="*/ 2021033 h 4336518"/>
                <a:gd name="connsiteX20" fmla="*/ 259898 w 5307644"/>
                <a:gd name="connsiteY20" fmla="*/ 2514605 h 4336518"/>
                <a:gd name="connsiteX21" fmla="*/ 185075 w 5307644"/>
                <a:gd name="connsiteY21" fmla="*/ 3040781 h 4336518"/>
                <a:gd name="connsiteX22" fmla="*/ 216639 w 5307644"/>
                <a:gd name="connsiteY22" fmla="*/ 3298400 h 4336518"/>
                <a:gd name="connsiteX23" fmla="*/ 309857 w 5307644"/>
                <a:gd name="connsiteY23" fmla="*/ 3539393 h 4336518"/>
                <a:gd name="connsiteX24" fmla="*/ 374918 w 5307644"/>
                <a:gd name="connsiteY24" fmla="*/ 3652866 h 4336518"/>
                <a:gd name="connsiteX25" fmla="*/ 449628 w 5307644"/>
                <a:gd name="connsiteY25" fmla="*/ 3762691 h 4336518"/>
                <a:gd name="connsiteX26" fmla="*/ 622212 w 5307644"/>
                <a:gd name="connsiteY26" fmla="*/ 3974942 h 4336518"/>
                <a:gd name="connsiteX27" fmla="*/ 808989 w 5307644"/>
                <a:gd name="connsiteY27" fmla="*/ 4188802 h 4336518"/>
                <a:gd name="connsiteX28" fmla="*/ 901868 w 5307644"/>
                <a:gd name="connsiteY28" fmla="*/ 4300450 h 4336518"/>
                <a:gd name="connsiteX29" fmla="*/ 931233 w 5307644"/>
                <a:gd name="connsiteY29" fmla="*/ 4336518 h 4336518"/>
                <a:gd name="connsiteX30" fmla="*/ 512426 w 5307644"/>
                <a:gd name="connsiteY30" fmla="*/ 4336518 h 4336518"/>
                <a:gd name="connsiteX31" fmla="*/ 379799 w 5307644"/>
                <a:gd name="connsiteY31" fmla="*/ 4138930 h 4336518"/>
                <a:gd name="connsiteX32" fmla="*/ 226177 w 5307644"/>
                <a:gd name="connsiteY32" fmla="*/ 3891071 h 4336518"/>
                <a:gd name="connsiteX33" fmla="*/ 156916 w 5307644"/>
                <a:gd name="connsiteY33" fmla="*/ 3759688 h 4336518"/>
                <a:gd name="connsiteX34" fmla="*/ 98101 w 5307644"/>
                <a:gd name="connsiteY34" fmla="*/ 3622191 h 4336518"/>
                <a:gd name="connsiteX35" fmla="*/ 53025 w 5307644"/>
                <a:gd name="connsiteY35" fmla="*/ 3479547 h 4336518"/>
                <a:gd name="connsiteX36" fmla="*/ 36221 w 5307644"/>
                <a:gd name="connsiteY36" fmla="*/ 3406831 h 4336518"/>
                <a:gd name="connsiteX37" fmla="*/ 28841 w 5307644"/>
                <a:gd name="connsiteY37" fmla="*/ 3370365 h 4336518"/>
                <a:gd name="connsiteX38" fmla="*/ 22709 w 5307644"/>
                <a:gd name="connsiteY38" fmla="*/ 3333792 h 4336518"/>
                <a:gd name="connsiteX39" fmla="*/ 0 w 5307644"/>
                <a:gd name="connsiteY39" fmla="*/ 3040781 h 4336518"/>
                <a:gd name="connsiteX40" fmla="*/ 63017 w 5307644"/>
                <a:gd name="connsiteY40" fmla="*/ 2469880 h 4336518"/>
                <a:gd name="connsiteX41" fmla="*/ 252405 w 5307644"/>
                <a:gd name="connsiteY41" fmla="*/ 1922897 h 4336518"/>
                <a:gd name="connsiteX42" fmla="*/ 962499 w 5307644"/>
                <a:gd name="connsiteY42" fmla="*/ 993992 h 4336518"/>
                <a:gd name="connsiteX43" fmla="*/ 1433359 w 5307644"/>
                <a:gd name="connsiteY43" fmla="*/ 630088 h 4336518"/>
                <a:gd name="connsiteX44" fmla="*/ 1959628 w 5307644"/>
                <a:gd name="connsiteY44" fmla="*/ 341151 h 4336518"/>
                <a:gd name="connsiteX45" fmla="*/ 3127865 w 5307644"/>
                <a:gd name="connsiteY45" fmla="*/ 22508 h 4336518"/>
                <a:gd name="connsiteX46" fmla="*/ 3433280 w 5307644"/>
                <a:gd name="connsiteY46" fmla="*/ 1379 h 43365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307644" h="4336518">
                  <a:moveTo>
                    <a:pt x="5307644" y="4310537"/>
                  </a:moveTo>
                  <a:lnTo>
                    <a:pt x="5307644" y="4336518"/>
                  </a:lnTo>
                  <a:lnTo>
                    <a:pt x="5271469" y="4336518"/>
                  </a:lnTo>
                  <a:close/>
                  <a:moveTo>
                    <a:pt x="3433280" y="1379"/>
                  </a:moveTo>
                  <a:cubicBezTo>
                    <a:pt x="3535397" y="-1410"/>
                    <a:pt x="3637614" y="38"/>
                    <a:pt x="3739290" y="5668"/>
                  </a:cubicBezTo>
                  <a:cubicBezTo>
                    <a:pt x="3942986" y="17360"/>
                    <a:pt x="4146567" y="45995"/>
                    <a:pt x="4345494" y="94581"/>
                  </a:cubicBezTo>
                  <a:cubicBezTo>
                    <a:pt x="4544420" y="143059"/>
                    <a:pt x="4738691" y="211700"/>
                    <a:pt x="4922289" y="300933"/>
                  </a:cubicBezTo>
                  <a:cubicBezTo>
                    <a:pt x="5013975" y="345550"/>
                    <a:pt x="5103219" y="395127"/>
                    <a:pt x="5188801" y="449771"/>
                  </a:cubicBezTo>
                  <a:lnTo>
                    <a:pt x="5307644" y="531018"/>
                  </a:lnTo>
                  <a:lnTo>
                    <a:pt x="5307644" y="868543"/>
                  </a:lnTo>
                  <a:lnTo>
                    <a:pt x="5256558" y="823998"/>
                  </a:lnTo>
                  <a:cubicBezTo>
                    <a:pt x="5114289" y="712993"/>
                    <a:pt x="4959758" y="616466"/>
                    <a:pt x="4794554" y="538923"/>
                  </a:cubicBezTo>
                  <a:cubicBezTo>
                    <a:pt x="4629462" y="461166"/>
                    <a:pt x="4454722" y="401534"/>
                    <a:pt x="4274643" y="359921"/>
                  </a:cubicBezTo>
                  <a:cubicBezTo>
                    <a:pt x="4094566" y="318200"/>
                    <a:pt x="3909491" y="294176"/>
                    <a:pt x="3722940" y="285703"/>
                  </a:cubicBezTo>
                  <a:cubicBezTo>
                    <a:pt x="3536050" y="276800"/>
                    <a:pt x="3349387" y="282700"/>
                    <a:pt x="3163858" y="304579"/>
                  </a:cubicBezTo>
                  <a:cubicBezTo>
                    <a:pt x="2978444" y="326565"/>
                    <a:pt x="2794732" y="363353"/>
                    <a:pt x="2615108" y="413546"/>
                  </a:cubicBezTo>
                  <a:cubicBezTo>
                    <a:pt x="2435370" y="463526"/>
                    <a:pt x="2260060" y="528198"/>
                    <a:pt x="2090201" y="603167"/>
                  </a:cubicBezTo>
                  <a:cubicBezTo>
                    <a:pt x="1749461" y="751496"/>
                    <a:pt x="1431316" y="948195"/>
                    <a:pt x="1152228" y="1185758"/>
                  </a:cubicBezTo>
                  <a:cubicBezTo>
                    <a:pt x="1013139" y="1304915"/>
                    <a:pt x="884268" y="1434903"/>
                    <a:pt x="768796" y="1574544"/>
                  </a:cubicBezTo>
                  <a:cubicBezTo>
                    <a:pt x="653096" y="1713971"/>
                    <a:pt x="551021" y="1863481"/>
                    <a:pt x="465637" y="2021033"/>
                  </a:cubicBezTo>
                  <a:cubicBezTo>
                    <a:pt x="380253" y="2178478"/>
                    <a:pt x="309176" y="2343324"/>
                    <a:pt x="259898" y="2514605"/>
                  </a:cubicBezTo>
                  <a:cubicBezTo>
                    <a:pt x="210508" y="2685457"/>
                    <a:pt x="184960" y="2863065"/>
                    <a:pt x="185075" y="3040781"/>
                  </a:cubicBezTo>
                  <a:cubicBezTo>
                    <a:pt x="186096" y="3128084"/>
                    <a:pt x="195180" y="3214743"/>
                    <a:pt x="216639" y="3298400"/>
                  </a:cubicBezTo>
                  <a:cubicBezTo>
                    <a:pt x="237759" y="3382163"/>
                    <a:pt x="270572" y="3462280"/>
                    <a:pt x="309857" y="3539393"/>
                  </a:cubicBezTo>
                  <a:cubicBezTo>
                    <a:pt x="329727" y="3577897"/>
                    <a:pt x="351755" y="3615649"/>
                    <a:pt x="374918" y="3652866"/>
                  </a:cubicBezTo>
                  <a:cubicBezTo>
                    <a:pt x="398420" y="3689974"/>
                    <a:pt x="423514" y="3726548"/>
                    <a:pt x="449628" y="3762691"/>
                  </a:cubicBezTo>
                  <a:cubicBezTo>
                    <a:pt x="502539" y="3834764"/>
                    <a:pt x="561354" y="3904692"/>
                    <a:pt x="622212" y="3974942"/>
                  </a:cubicBezTo>
                  <a:cubicBezTo>
                    <a:pt x="683071" y="4045299"/>
                    <a:pt x="746655" y="4115657"/>
                    <a:pt x="808989" y="4188802"/>
                  </a:cubicBezTo>
                  <a:cubicBezTo>
                    <a:pt x="840214" y="4225267"/>
                    <a:pt x="871097" y="4262591"/>
                    <a:pt x="901868" y="4300450"/>
                  </a:cubicBezTo>
                  <a:lnTo>
                    <a:pt x="931233" y="4336518"/>
                  </a:lnTo>
                  <a:lnTo>
                    <a:pt x="512426" y="4336518"/>
                  </a:lnTo>
                  <a:lnTo>
                    <a:pt x="379799" y="4138930"/>
                  </a:lnTo>
                  <a:cubicBezTo>
                    <a:pt x="327002" y="4059028"/>
                    <a:pt x="274886" y="3976765"/>
                    <a:pt x="226177" y="3891071"/>
                  </a:cubicBezTo>
                  <a:cubicBezTo>
                    <a:pt x="201878" y="3848171"/>
                    <a:pt x="178376" y="3804519"/>
                    <a:pt x="156916" y="3759688"/>
                  </a:cubicBezTo>
                  <a:cubicBezTo>
                    <a:pt x="135570" y="3714750"/>
                    <a:pt x="115700" y="3668954"/>
                    <a:pt x="98101" y="3622191"/>
                  </a:cubicBezTo>
                  <a:cubicBezTo>
                    <a:pt x="80842" y="3575323"/>
                    <a:pt x="65514" y="3527810"/>
                    <a:pt x="53025" y="3479547"/>
                  </a:cubicBezTo>
                  <a:cubicBezTo>
                    <a:pt x="47121" y="3455416"/>
                    <a:pt x="41103" y="3431176"/>
                    <a:pt x="36221" y="3406831"/>
                  </a:cubicBezTo>
                  <a:lnTo>
                    <a:pt x="28841" y="3370365"/>
                  </a:lnTo>
                  <a:lnTo>
                    <a:pt x="22709" y="3333792"/>
                  </a:lnTo>
                  <a:cubicBezTo>
                    <a:pt x="6700" y="3236194"/>
                    <a:pt x="0" y="3138058"/>
                    <a:pt x="0" y="3040781"/>
                  </a:cubicBezTo>
                  <a:cubicBezTo>
                    <a:pt x="454" y="2849337"/>
                    <a:pt x="21687" y="2657893"/>
                    <a:pt x="63017" y="2469880"/>
                  </a:cubicBezTo>
                  <a:cubicBezTo>
                    <a:pt x="104233" y="2281976"/>
                    <a:pt x="167362" y="2097718"/>
                    <a:pt x="252405" y="1922897"/>
                  </a:cubicBezTo>
                  <a:cubicBezTo>
                    <a:pt x="423286" y="1573257"/>
                    <a:pt x="670922" y="1260405"/>
                    <a:pt x="962499" y="993992"/>
                  </a:cubicBezTo>
                  <a:cubicBezTo>
                    <a:pt x="1108628" y="860786"/>
                    <a:pt x="1266566" y="739269"/>
                    <a:pt x="1433359" y="630088"/>
                  </a:cubicBezTo>
                  <a:cubicBezTo>
                    <a:pt x="1600380" y="521013"/>
                    <a:pt x="1776144" y="423843"/>
                    <a:pt x="1959628" y="341151"/>
                  </a:cubicBezTo>
                  <a:cubicBezTo>
                    <a:pt x="2327051" y="176950"/>
                    <a:pt x="2722633" y="68411"/>
                    <a:pt x="3127865" y="22508"/>
                  </a:cubicBezTo>
                  <a:cubicBezTo>
                    <a:pt x="3229145" y="11193"/>
                    <a:pt x="3331163" y="4168"/>
                    <a:pt x="3433280" y="137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66" name="Freeform: Shape 2065">
              <a:extLst>
                <a:ext uri="{FF2B5EF4-FFF2-40B4-BE49-F238E27FC236}">
                  <a16:creationId xmlns:a16="http://schemas.microsoft.com/office/drawing/2014/main" id="{0C5373BF-BD61-4FCF-8ECF-21DFEBE09D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73412" y="2537732"/>
              <a:ext cx="5308830" cy="4311738"/>
            </a:xfrm>
            <a:custGeom>
              <a:avLst/>
              <a:gdLst>
                <a:gd name="connsiteX0" fmla="*/ 5308830 w 5308830"/>
                <a:gd name="connsiteY0" fmla="*/ 4026353 h 4311738"/>
                <a:gd name="connsiteX1" fmla="*/ 5308830 w 5308830"/>
                <a:gd name="connsiteY1" fmla="*/ 4311738 h 4311738"/>
                <a:gd name="connsiteX2" fmla="*/ 4948051 w 5308830"/>
                <a:gd name="connsiteY2" fmla="*/ 4311738 h 4311738"/>
                <a:gd name="connsiteX3" fmla="*/ 5002803 w 5308830"/>
                <a:gd name="connsiteY3" fmla="*/ 4271506 h 4311738"/>
                <a:gd name="connsiteX4" fmla="*/ 5221147 w 5308830"/>
                <a:gd name="connsiteY4" fmla="*/ 4102386 h 4311738"/>
                <a:gd name="connsiteX5" fmla="*/ 3595773 w 5308830"/>
                <a:gd name="connsiteY5" fmla="*/ 0 h 4311738"/>
                <a:gd name="connsiteX6" fmla="*/ 5271266 w 5308830"/>
                <a:gd name="connsiteY6" fmla="*/ 516192 h 4311738"/>
                <a:gd name="connsiteX7" fmla="*/ 5308830 w 5308830"/>
                <a:gd name="connsiteY7" fmla="*/ 546905 h 4311738"/>
                <a:gd name="connsiteX8" fmla="*/ 5308830 w 5308830"/>
                <a:gd name="connsiteY8" fmla="*/ 1314056 h 4311738"/>
                <a:gd name="connsiteX9" fmla="*/ 5241798 w 5308830"/>
                <a:gd name="connsiteY9" fmla="*/ 1229961 h 4311738"/>
                <a:gd name="connsiteX10" fmla="*/ 4547599 w 5308830"/>
                <a:gd name="connsiteY10" fmla="*/ 723841 h 4311738"/>
                <a:gd name="connsiteX11" fmla="*/ 3595773 w 5308830"/>
                <a:gd name="connsiteY11" fmla="*/ 536258 h 4311738"/>
                <a:gd name="connsiteX12" fmla="*/ 2484874 w 5308830"/>
                <a:gd name="connsiteY12" fmla="*/ 738106 h 4311738"/>
                <a:gd name="connsiteX13" fmla="*/ 1497964 w 5308830"/>
                <a:gd name="connsiteY13" fmla="*/ 1292596 h 4311738"/>
                <a:gd name="connsiteX14" fmla="*/ 815348 w 5308830"/>
                <a:gd name="connsiteY14" fmla="*/ 2092157 h 4311738"/>
                <a:gd name="connsiteX15" fmla="*/ 567825 w 5308830"/>
                <a:gd name="connsiteY15" fmla="*/ 3022671 h 4311738"/>
                <a:gd name="connsiteX16" fmla="*/ 977486 w 5308830"/>
                <a:gd name="connsiteY16" fmla="*/ 3886690 h 4311738"/>
                <a:gd name="connsiteX17" fmla="*/ 1183907 w 5308830"/>
                <a:gd name="connsiteY17" fmla="*/ 4160932 h 4311738"/>
                <a:gd name="connsiteX18" fmla="*/ 1285607 w 5308830"/>
                <a:gd name="connsiteY18" fmla="*/ 4296799 h 4311738"/>
                <a:gd name="connsiteX19" fmla="*/ 1297817 w 5308830"/>
                <a:gd name="connsiteY19" fmla="*/ 4311738 h 4311738"/>
                <a:gd name="connsiteX20" fmla="*/ 602176 w 5308830"/>
                <a:gd name="connsiteY20" fmla="*/ 4311738 h 4311738"/>
                <a:gd name="connsiteX21" fmla="*/ 583893 w 5308830"/>
                <a:gd name="connsiteY21" fmla="*/ 4287205 h 4311738"/>
                <a:gd name="connsiteX22" fmla="*/ 0 w 5308830"/>
                <a:gd name="connsiteY22" fmla="*/ 3022564 h 4311738"/>
                <a:gd name="connsiteX23" fmla="*/ 3595773 w 5308830"/>
                <a:gd name="connsiteY23" fmla="*/ 0 h 4311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5308830" h="4311738">
                  <a:moveTo>
                    <a:pt x="5308830" y="4026353"/>
                  </a:moveTo>
                  <a:lnTo>
                    <a:pt x="5308830" y="4311738"/>
                  </a:lnTo>
                  <a:lnTo>
                    <a:pt x="4948051" y="4311738"/>
                  </a:lnTo>
                  <a:lnTo>
                    <a:pt x="5002803" y="4271506"/>
                  </a:lnTo>
                  <a:cubicBezTo>
                    <a:pt x="5078400" y="4214990"/>
                    <a:pt x="5151610" y="4158780"/>
                    <a:pt x="5221147" y="4102386"/>
                  </a:cubicBezTo>
                  <a:close/>
                  <a:moveTo>
                    <a:pt x="3595773" y="0"/>
                  </a:moveTo>
                  <a:cubicBezTo>
                    <a:pt x="4261231" y="0"/>
                    <a:pt x="4825666" y="190293"/>
                    <a:pt x="5271266" y="516192"/>
                  </a:cubicBezTo>
                  <a:lnTo>
                    <a:pt x="5308830" y="546905"/>
                  </a:lnTo>
                  <a:lnTo>
                    <a:pt x="5308830" y="1314056"/>
                  </a:lnTo>
                  <a:lnTo>
                    <a:pt x="5241798" y="1229961"/>
                  </a:lnTo>
                  <a:cubicBezTo>
                    <a:pt x="5047072" y="1010846"/>
                    <a:pt x="4813516" y="840530"/>
                    <a:pt x="4547599" y="723841"/>
                  </a:cubicBezTo>
                  <a:cubicBezTo>
                    <a:pt x="4263856" y="599429"/>
                    <a:pt x="3943667" y="536258"/>
                    <a:pt x="3595773" y="536258"/>
                  </a:cubicBezTo>
                  <a:cubicBezTo>
                    <a:pt x="3226761" y="536258"/>
                    <a:pt x="2852980" y="604041"/>
                    <a:pt x="2484874" y="738106"/>
                  </a:cubicBezTo>
                  <a:cubicBezTo>
                    <a:pt x="2126422" y="868309"/>
                    <a:pt x="1785227" y="1060075"/>
                    <a:pt x="1497964" y="1292596"/>
                  </a:cubicBezTo>
                  <a:cubicBezTo>
                    <a:pt x="1205707" y="1529085"/>
                    <a:pt x="976010" y="1798180"/>
                    <a:pt x="815348" y="2092157"/>
                  </a:cubicBezTo>
                  <a:cubicBezTo>
                    <a:pt x="651166" y="2392675"/>
                    <a:pt x="567825" y="2705743"/>
                    <a:pt x="567825" y="3022671"/>
                  </a:cubicBezTo>
                  <a:cubicBezTo>
                    <a:pt x="567825" y="3341852"/>
                    <a:pt x="700784" y="3528255"/>
                    <a:pt x="977486" y="3886690"/>
                  </a:cubicBezTo>
                  <a:cubicBezTo>
                    <a:pt x="1044249" y="3973134"/>
                    <a:pt x="1113283" y="4062582"/>
                    <a:pt x="1183907" y="4160932"/>
                  </a:cubicBezTo>
                  <a:cubicBezTo>
                    <a:pt x="1217636" y="4207895"/>
                    <a:pt x="1251520" y="4253175"/>
                    <a:pt x="1285607" y="4296799"/>
                  </a:cubicBezTo>
                  <a:lnTo>
                    <a:pt x="1297817" y="4311738"/>
                  </a:lnTo>
                  <a:lnTo>
                    <a:pt x="602176" y="4311738"/>
                  </a:lnTo>
                  <a:lnTo>
                    <a:pt x="583893" y="4287205"/>
                  </a:lnTo>
                  <a:cubicBezTo>
                    <a:pt x="281395" y="3892133"/>
                    <a:pt x="0" y="3570338"/>
                    <a:pt x="0" y="3022564"/>
                  </a:cubicBezTo>
                  <a:cubicBezTo>
                    <a:pt x="0" y="1353193"/>
                    <a:pt x="1810660" y="0"/>
                    <a:pt x="3595773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67" name="Freeform: Shape 2066">
              <a:extLst>
                <a:ext uri="{FF2B5EF4-FFF2-40B4-BE49-F238E27FC236}">
                  <a16:creationId xmlns:a16="http://schemas.microsoft.com/office/drawing/2014/main" id="{7E6B45AB-7CCC-4949-9DC2-116644B5F6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73412" y="2537732"/>
              <a:ext cx="5308830" cy="4311738"/>
            </a:xfrm>
            <a:custGeom>
              <a:avLst/>
              <a:gdLst>
                <a:gd name="connsiteX0" fmla="*/ 5308830 w 5308830"/>
                <a:gd name="connsiteY0" fmla="*/ 3880900 h 4311738"/>
                <a:gd name="connsiteX1" fmla="*/ 5308830 w 5308830"/>
                <a:gd name="connsiteY1" fmla="*/ 4311738 h 4311738"/>
                <a:gd name="connsiteX2" fmla="*/ 4763109 w 5308830"/>
                <a:gd name="connsiteY2" fmla="*/ 4311738 h 4311738"/>
                <a:gd name="connsiteX3" fmla="*/ 4929066 w 5308830"/>
                <a:gd name="connsiteY3" fmla="*/ 4189789 h 4311738"/>
                <a:gd name="connsiteX4" fmla="*/ 5142959 w 5308830"/>
                <a:gd name="connsiteY4" fmla="*/ 4024320 h 4311738"/>
                <a:gd name="connsiteX5" fmla="*/ 3595773 w 5308830"/>
                <a:gd name="connsiteY5" fmla="*/ 0 h 4311738"/>
                <a:gd name="connsiteX6" fmla="*/ 5271266 w 5308830"/>
                <a:gd name="connsiteY6" fmla="*/ 516192 h 4311738"/>
                <a:gd name="connsiteX7" fmla="*/ 5308830 w 5308830"/>
                <a:gd name="connsiteY7" fmla="*/ 546905 h 4311738"/>
                <a:gd name="connsiteX8" fmla="*/ 5308830 w 5308830"/>
                <a:gd name="connsiteY8" fmla="*/ 1498438 h 4311738"/>
                <a:gd name="connsiteX9" fmla="*/ 5289422 w 5308830"/>
                <a:gd name="connsiteY9" fmla="*/ 1468062 h 4311738"/>
                <a:gd name="connsiteX10" fmla="*/ 5154710 w 5308830"/>
                <a:gd name="connsiteY10" fmla="*/ 1298924 h 4311738"/>
                <a:gd name="connsiteX11" fmla="*/ 4499685 w 5308830"/>
                <a:gd name="connsiteY11" fmla="*/ 821118 h 4311738"/>
                <a:gd name="connsiteX12" fmla="*/ 3595773 w 5308830"/>
                <a:gd name="connsiteY12" fmla="*/ 643510 h 4311738"/>
                <a:gd name="connsiteX13" fmla="*/ 2525523 w 5308830"/>
                <a:gd name="connsiteY13" fmla="*/ 838172 h 4311738"/>
                <a:gd name="connsiteX14" fmla="*/ 1571767 w 5308830"/>
                <a:gd name="connsiteY14" fmla="*/ 1374000 h 4311738"/>
                <a:gd name="connsiteX15" fmla="*/ 916173 w 5308830"/>
                <a:gd name="connsiteY15" fmla="*/ 2141277 h 4311738"/>
                <a:gd name="connsiteX16" fmla="*/ 681254 w 5308830"/>
                <a:gd name="connsiteY16" fmla="*/ 3022671 h 4311738"/>
                <a:gd name="connsiteX17" fmla="*/ 1069115 w 5308830"/>
                <a:gd name="connsiteY17" fmla="*/ 3823519 h 4311738"/>
                <a:gd name="connsiteX18" fmla="*/ 1277807 w 5308830"/>
                <a:gd name="connsiteY18" fmla="*/ 4100764 h 4311738"/>
                <a:gd name="connsiteX19" fmla="*/ 1373308 w 5308830"/>
                <a:gd name="connsiteY19" fmla="*/ 4228488 h 4311738"/>
                <a:gd name="connsiteX20" fmla="*/ 1441062 w 5308830"/>
                <a:gd name="connsiteY20" fmla="*/ 4311738 h 4311738"/>
                <a:gd name="connsiteX21" fmla="*/ 602176 w 5308830"/>
                <a:gd name="connsiteY21" fmla="*/ 4311738 h 4311738"/>
                <a:gd name="connsiteX22" fmla="*/ 583893 w 5308830"/>
                <a:gd name="connsiteY22" fmla="*/ 4287205 h 4311738"/>
                <a:gd name="connsiteX23" fmla="*/ 0 w 5308830"/>
                <a:gd name="connsiteY23" fmla="*/ 3022564 h 4311738"/>
                <a:gd name="connsiteX24" fmla="*/ 3595773 w 5308830"/>
                <a:gd name="connsiteY24" fmla="*/ 0 h 4311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5308830" h="4311738">
                  <a:moveTo>
                    <a:pt x="5308830" y="3880900"/>
                  </a:moveTo>
                  <a:lnTo>
                    <a:pt x="5308830" y="4311738"/>
                  </a:lnTo>
                  <a:lnTo>
                    <a:pt x="4763109" y="4311738"/>
                  </a:lnTo>
                  <a:lnTo>
                    <a:pt x="4929066" y="4189789"/>
                  </a:lnTo>
                  <a:cubicBezTo>
                    <a:pt x="5003230" y="4134367"/>
                    <a:pt x="5074975" y="4079340"/>
                    <a:pt x="5142959" y="4024320"/>
                  </a:cubicBezTo>
                  <a:close/>
                  <a:moveTo>
                    <a:pt x="3595773" y="0"/>
                  </a:moveTo>
                  <a:cubicBezTo>
                    <a:pt x="4261231" y="0"/>
                    <a:pt x="4825666" y="190293"/>
                    <a:pt x="5271266" y="516192"/>
                  </a:cubicBezTo>
                  <a:lnTo>
                    <a:pt x="5308830" y="546905"/>
                  </a:lnTo>
                  <a:lnTo>
                    <a:pt x="5308830" y="1498438"/>
                  </a:lnTo>
                  <a:lnTo>
                    <a:pt x="5289422" y="1468062"/>
                  </a:lnTo>
                  <a:cubicBezTo>
                    <a:pt x="5247242" y="1408963"/>
                    <a:pt x="5202313" y="1352510"/>
                    <a:pt x="5154710" y="1298924"/>
                  </a:cubicBezTo>
                  <a:cubicBezTo>
                    <a:pt x="4970772" y="1091928"/>
                    <a:pt x="4750500" y="931159"/>
                    <a:pt x="4499685" y="821118"/>
                  </a:cubicBezTo>
                  <a:cubicBezTo>
                    <a:pt x="4231156" y="703248"/>
                    <a:pt x="3926977" y="643510"/>
                    <a:pt x="3595773" y="643510"/>
                  </a:cubicBezTo>
                  <a:cubicBezTo>
                    <a:pt x="3245836" y="643510"/>
                    <a:pt x="2875688" y="710757"/>
                    <a:pt x="2525523" y="838172"/>
                  </a:cubicBezTo>
                  <a:cubicBezTo>
                    <a:pt x="2179105" y="964084"/>
                    <a:pt x="1849265" y="1149415"/>
                    <a:pt x="1571767" y="1374000"/>
                  </a:cubicBezTo>
                  <a:cubicBezTo>
                    <a:pt x="1294611" y="1598264"/>
                    <a:pt x="1067980" y="1863603"/>
                    <a:pt x="916173" y="2141277"/>
                  </a:cubicBezTo>
                  <a:cubicBezTo>
                    <a:pt x="760280" y="2426459"/>
                    <a:pt x="681254" y="2723010"/>
                    <a:pt x="681254" y="3022671"/>
                  </a:cubicBezTo>
                  <a:cubicBezTo>
                    <a:pt x="681254" y="3309032"/>
                    <a:pt x="800134" y="3475166"/>
                    <a:pt x="1069115" y="3823519"/>
                  </a:cubicBezTo>
                  <a:cubicBezTo>
                    <a:pt x="1136445" y="3910714"/>
                    <a:pt x="1206047" y="4000912"/>
                    <a:pt x="1277807" y="4100764"/>
                  </a:cubicBezTo>
                  <a:cubicBezTo>
                    <a:pt x="1309528" y="4144925"/>
                    <a:pt x="1341351" y="4187490"/>
                    <a:pt x="1373308" y="4228488"/>
                  </a:cubicBezTo>
                  <a:lnTo>
                    <a:pt x="1441062" y="4311738"/>
                  </a:lnTo>
                  <a:lnTo>
                    <a:pt x="602176" y="4311738"/>
                  </a:lnTo>
                  <a:lnTo>
                    <a:pt x="583893" y="4287205"/>
                  </a:lnTo>
                  <a:cubicBezTo>
                    <a:pt x="281395" y="3892133"/>
                    <a:pt x="0" y="3570338"/>
                    <a:pt x="0" y="3022564"/>
                  </a:cubicBezTo>
                  <a:cubicBezTo>
                    <a:pt x="0" y="1353193"/>
                    <a:pt x="1810660" y="0"/>
                    <a:pt x="3595773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069" name="Group 2068">
            <a:extLst>
              <a:ext uri="{FF2B5EF4-FFF2-40B4-BE49-F238E27FC236}">
                <a16:creationId xmlns:a16="http://schemas.microsoft.com/office/drawing/2014/main" id="{61D22245-3D67-419C-A6B5-DD0EB0D839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123758" y="0"/>
            <a:ext cx="5081407" cy="3133064"/>
            <a:chOff x="5907711" y="0"/>
            <a:chExt cx="5081407" cy="3133064"/>
          </a:xfrm>
          <a:solidFill>
            <a:schemeClr val="accent5">
              <a:alpha val="5000"/>
            </a:schemeClr>
          </a:solidFill>
        </p:grpSpPr>
        <p:sp>
          <p:nvSpPr>
            <p:cNvPr id="2070" name="Freeform: Shape 2069">
              <a:extLst>
                <a:ext uri="{FF2B5EF4-FFF2-40B4-BE49-F238E27FC236}">
                  <a16:creationId xmlns:a16="http://schemas.microsoft.com/office/drawing/2014/main" id="{E3A64720-9AA0-4796-8E62-15672228CF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9200" y="0"/>
              <a:ext cx="5069918" cy="3111852"/>
            </a:xfrm>
            <a:custGeom>
              <a:avLst/>
              <a:gdLst>
                <a:gd name="connsiteX0" fmla="*/ 145909 w 5069918"/>
                <a:gd name="connsiteY0" fmla="*/ 0 h 3111852"/>
                <a:gd name="connsiteX1" fmla="*/ 205279 w 5069918"/>
                <a:gd name="connsiteY1" fmla="*/ 0 h 3111852"/>
                <a:gd name="connsiteX2" fmla="*/ 202868 w 5069918"/>
                <a:gd name="connsiteY2" fmla="*/ 5043 h 3111852"/>
                <a:gd name="connsiteX3" fmla="*/ 191273 w 5069918"/>
                <a:gd name="connsiteY3" fmla="*/ 30818 h 3111852"/>
                <a:gd name="connsiteX4" fmla="*/ 169129 w 5069918"/>
                <a:gd name="connsiteY4" fmla="*/ 82781 h 3111852"/>
                <a:gd name="connsiteX5" fmla="*/ 148381 w 5069918"/>
                <a:gd name="connsiteY5" fmla="*/ 135320 h 3111852"/>
                <a:gd name="connsiteX6" fmla="*/ 80903 w 5069918"/>
                <a:gd name="connsiteY6" fmla="*/ 350499 h 3111852"/>
                <a:gd name="connsiteX7" fmla="*/ 26154 w 5069918"/>
                <a:gd name="connsiteY7" fmla="*/ 796339 h 3111852"/>
                <a:gd name="connsiteX8" fmla="*/ 49170 w 5069918"/>
                <a:gd name="connsiteY8" fmla="*/ 1018931 h 3111852"/>
                <a:gd name="connsiteX9" fmla="*/ 119437 w 5069918"/>
                <a:gd name="connsiteY9" fmla="*/ 1231804 h 3111852"/>
                <a:gd name="connsiteX10" fmla="*/ 143672 w 5069918"/>
                <a:gd name="connsiteY10" fmla="*/ 1282696 h 3111852"/>
                <a:gd name="connsiteX11" fmla="*/ 170611 w 5069918"/>
                <a:gd name="connsiteY11" fmla="*/ 1332436 h 3111852"/>
                <a:gd name="connsiteX12" fmla="*/ 230330 w 5069918"/>
                <a:gd name="connsiteY12" fmla="*/ 1428867 h 3111852"/>
                <a:gd name="connsiteX13" fmla="*/ 296237 w 5069918"/>
                <a:gd name="connsiteY13" fmla="*/ 1522004 h 3111852"/>
                <a:gd name="connsiteX14" fmla="*/ 366853 w 5069918"/>
                <a:gd name="connsiteY14" fmla="*/ 1612506 h 3111852"/>
                <a:gd name="connsiteX15" fmla="*/ 513838 w 5069918"/>
                <a:gd name="connsiteY15" fmla="*/ 1791535 h 3111852"/>
                <a:gd name="connsiteX16" fmla="*/ 587330 w 5069918"/>
                <a:gd name="connsiteY16" fmla="*/ 1882283 h 3111852"/>
                <a:gd name="connsiteX17" fmla="*/ 658817 w 5069918"/>
                <a:gd name="connsiteY17" fmla="*/ 1974186 h 3111852"/>
                <a:gd name="connsiteX18" fmla="*/ 730305 w 5069918"/>
                <a:gd name="connsiteY18" fmla="*/ 2062959 h 3111852"/>
                <a:gd name="connsiteX19" fmla="*/ 805018 w 5069918"/>
                <a:gd name="connsiteY19" fmla="*/ 2148685 h 3111852"/>
                <a:gd name="connsiteX20" fmla="*/ 963424 w 5069918"/>
                <a:gd name="connsiteY20" fmla="*/ 2310337 h 3111852"/>
                <a:gd name="connsiteX21" fmla="*/ 1319204 w 5069918"/>
                <a:gd name="connsiteY21" fmla="*/ 2580196 h 3111852"/>
                <a:gd name="connsiteX22" fmla="*/ 1515882 w 5069918"/>
                <a:gd name="connsiteY22" fmla="*/ 2681651 h 3111852"/>
                <a:gd name="connsiteX23" fmla="*/ 1723456 w 5069918"/>
                <a:gd name="connsiteY23" fmla="*/ 2758319 h 3111852"/>
                <a:gd name="connsiteX24" fmla="*/ 1939662 w 5069918"/>
                <a:gd name="connsiteY24" fmla="*/ 2811269 h 3111852"/>
                <a:gd name="connsiteX25" fmla="*/ 2162581 w 5069918"/>
                <a:gd name="connsiteY25" fmla="*/ 2840916 h 3111852"/>
                <a:gd name="connsiteX26" fmla="*/ 2389597 w 5069918"/>
                <a:gd name="connsiteY26" fmla="*/ 2850221 h 3111852"/>
                <a:gd name="connsiteX27" fmla="*/ 2446002 w 5069918"/>
                <a:gd name="connsiteY27" fmla="*/ 2849808 h 3111852"/>
                <a:gd name="connsiteX28" fmla="*/ 2473638 w 5069918"/>
                <a:gd name="connsiteY28" fmla="*/ 2849151 h 3111852"/>
                <a:gd name="connsiteX29" fmla="*/ 2501187 w 5069918"/>
                <a:gd name="connsiteY29" fmla="*/ 2847832 h 3111852"/>
                <a:gd name="connsiteX30" fmla="*/ 2610685 w 5069918"/>
                <a:gd name="connsiteY30" fmla="*/ 2838774 h 3111852"/>
                <a:gd name="connsiteX31" fmla="*/ 3033071 w 5069918"/>
                <a:gd name="connsiteY31" fmla="*/ 2730979 h 3111852"/>
                <a:gd name="connsiteX32" fmla="*/ 3232974 w 5069918"/>
                <a:gd name="connsiteY32" fmla="*/ 2637430 h 3111852"/>
                <a:gd name="connsiteX33" fmla="*/ 3425990 w 5069918"/>
                <a:gd name="connsiteY33" fmla="*/ 2523622 h 3111852"/>
                <a:gd name="connsiteX34" fmla="*/ 3613601 w 5069918"/>
                <a:gd name="connsiteY34" fmla="*/ 2394827 h 3111852"/>
                <a:gd name="connsiteX35" fmla="*/ 3706185 w 5069918"/>
                <a:gd name="connsiteY35" fmla="*/ 2326642 h 3111852"/>
                <a:gd name="connsiteX36" fmla="*/ 3799729 w 5069918"/>
                <a:gd name="connsiteY36" fmla="*/ 2255904 h 3111852"/>
                <a:gd name="connsiteX37" fmla="*/ 4175561 w 5069918"/>
                <a:gd name="connsiteY37" fmla="*/ 1976821 h 3111852"/>
                <a:gd name="connsiteX38" fmla="*/ 4517132 w 5069918"/>
                <a:gd name="connsiteY38" fmla="*/ 1683080 h 3111852"/>
                <a:gd name="connsiteX39" fmla="*/ 4659758 w 5069918"/>
                <a:gd name="connsiteY39" fmla="*/ 1519452 h 3111852"/>
                <a:gd name="connsiteX40" fmla="*/ 4773178 w 5069918"/>
                <a:gd name="connsiteY40" fmla="*/ 1340423 h 3111852"/>
                <a:gd name="connsiteX41" fmla="*/ 4892092 w 5069918"/>
                <a:gd name="connsiteY41" fmla="*/ 938311 h 3111852"/>
                <a:gd name="connsiteX42" fmla="*/ 4898804 w 5069918"/>
                <a:gd name="connsiteY42" fmla="*/ 831503 h 3111852"/>
                <a:gd name="connsiteX43" fmla="*/ 4899153 w 5069918"/>
                <a:gd name="connsiteY43" fmla="*/ 776988 h 3111852"/>
                <a:gd name="connsiteX44" fmla="*/ 4898456 w 5069918"/>
                <a:gd name="connsiteY44" fmla="*/ 721484 h 3111852"/>
                <a:gd name="connsiteX45" fmla="*/ 4886774 w 5069918"/>
                <a:gd name="connsiteY45" fmla="*/ 499635 h 3111852"/>
                <a:gd name="connsiteX46" fmla="*/ 4815896 w 5069918"/>
                <a:gd name="connsiteY46" fmla="*/ 59970 h 3111852"/>
                <a:gd name="connsiteX47" fmla="*/ 4798654 w 5069918"/>
                <a:gd name="connsiteY47" fmla="*/ 0 h 3111852"/>
                <a:gd name="connsiteX48" fmla="*/ 4909441 w 5069918"/>
                <a:gd name="connsiteY48" fmla="*/ 0 h 3111852"/>
                <a:gd name="connsiteX49" fmla="*/ 4921297 w 5069918"/>
                <a:gd name="connsiteY49" fmla="*/ 34112 h 3111852"/>
                <a:gd name="connsiteX50" fmla="*/ 5027482 w 5069918"/>
                <a:gd name="connsiteY50" fmla="*/ 483740 h 3111852"/>
                <a:gd name="connsiteX51" fmla="*/ 5058082 w 5069918"/>
                <a:gd name="connsiteY51" fmla="*/ 712837 h 3111852"/>
                <a:gd name="connsiteX52" fmla="*/ 5063486 w 5069918"/>
                <a:gd name="connsiteY52" fmla="*/ 770400 h 3111852"/>
                <a:gd name="connsiteX53" fmla="*/ 5067846 w 5069918"/>
                <a:gd name="connsiteY53" fmla="*/ 829033 h 3111852"/>
                <a:gd name="connsiteX54" fmla="*/ 5069414 w 5069918"/>
                <a:gd name="connsiteY54" fmla="*/ 948521 h 3111852"/>
                <a:gd name="connsiteX55" fmla="*/ 5040732 w 5069918"/>
                <a:gd name="connsiteY55" fmla="*/ 1188571 h 3111852"/>
                <a:gd name="connsiteX56" fmla="*/ 4964102 w 5069918"/>
                <a:gd name="connsiteY56" fmla="*/ 1421620 h 3111852"/>
                <a:gd name="connsiteX57" fmla="*/ 4689486 w 5069918"/>
                <a:gd name="connsiteY57" fmla="*/ 1828757 h 3111852"/>
                <a:gd name="connsiteX58" fmla="*/ 4333792 w 5069918"/>
                <a:gd name="connsiteY58" fmla="*/ 2155355 h 3111852"/>
                <a:gd name="connsiteX59" fmla="*/ 3965196 w 5069918"/>
                <a:gd name="connsiteY59" fmla="*/ 2446790 h 3111852"/>
                <a:gd name="connsiteX60" fmla="*/ 3873745 w 5069918"/>
                <a:gd name="connsiteY60" fmla="*/ 2519916 h 3111852"/>
                <a:gd name="connsiteX61" fmla="*/ 3779416 w 5069918"/>
                <a:gd name="connsiteY61" fmla="*/ 2593454 h 3111852"/>
                <a:gd name="connsiteX62" fmla="*/ 3582739 w 5069918"/>
                <a:gd name="connsiteY62" fmla="*/ 2735343 h 3111852"/>
                <a:gd name="connsiteX63" fmla="*/ 3371851 w 5069918"/>
                <a:gd name="connsiteY63" fmla="*/ 2865126 h 3111852"/>
                <a:gd name="connsiteX64" fmla="*/ 3143614 w 5069918"/>
                <a:gd name="connsiteY64" fmla="*/ 2974568 h 3111852"/>
                <a:gd name="connsiteX65" fmla="*/ 2643552 w 5069918"/>
                <a:gd name="connsiteY65" fmla="*/ 3101304 h 3111852"/>
                <a:gd name="connsiteX66" fmla="*/ 2514264 w 5069918"/>
                <a:gd name="connsiteY66" fmla="*/ 3110445 h 3111852"/>
                <a:gd name="connsiteX67" fmla="*/ 2481920 w 5069918"/>
                <a:gd name="connsiteY67" fmla="*/ 3111598 h 3111852"/>
                <a:gd name="connsiteX68" fmla="*/ 2449664 w 5069918"/>
                <a:gd name="connsiteY68" fmla="*/ 3111763 h 3111852"/>
                <a:gd name="connsiteX69" fmla="*/ 2386284 w 5069918"/>
                <a:gd name="connsiteY69" fmla="*/ 3111022 h 3111852"/>
                <a:gd name="connsiteX70" fmla="*/ 2260658 w 5069918"/>
                <a:gd name="connsiteY70" fmla="*/ 3106080 h 3111852"/>
                <a:gd name="connsiteX71" fmla="*/ 2134945 w 5069918"/>
                <a:gd name="connsiteY71" fmla="*/ 3094716 h 3111852"/>
                <a:gd name="connsiteX72" fmla="*/ 1884564 w 5069918"/>
                <a:gd name="connsiteY72" fmla="*/ 3054200 h 3111852"/>
                <a:gd name="connsiteX73" fmla="*/ 1639764 w 5069918"/>
                <a:gd name="connsiteY73" fmla="*/ 2984286 h 3111852"/>
                <a:gd name="connsiteX74" fmla="*/ 1407081 w 5069918"/>
                <a:gd name="connsiteY74" fmla="*/ 2882913 h 3111852"/>
                <a:gd name="connsiteX75" fmla="*/ 1193491 w 5069918"/>
                <a:gd name="connsiteY75" fmla="*/ 2750989 h 3111852"/>
                <a:gd name="connsiteX76" fmla="*/ 836141 w 5069918"/>
                <a:gd name="connsiteY76" fmla="*/ 2418627 h 3111852"/>
                <a:gd name="connsiteX77" fmla="*/ 690812 w 5069918"/>
                <a:gd name="connsiteY77" fmla="*/ 2230210 h 3111852"/>
                <a:gd name="connsiteX78" fmla="*/ 562397 w 5069918"/>
                <a:gd name="connsiteY78" fmla="*/ 2033725 h 3111852"/>
                <a:gd name="connsiteX79" fmla="*/ 502504 w 5069918"/>
                <a:gd name="connsiteY79" fmla="*/ 1936223 h 3111852"/>
                <a:gd name="connsiteX80" fmla="*/ 440258 w 5069918"/>
                <a:gd name="connsiteY80" fmla="*/ 1840368 h 3111852"/>
                <a:gd name="connsiteX81" fmla="*/ 310360 w 5069918"/>
                <a:gd name="connsiteY81" fmla="*/ 1649481 h 3111852"/>
                <a:gd name="connsiteX82" fmla="*/ 246806 w 5069918"/>
                <a:gd name="connsiteY82" fmla="*/ 1552391 h 3111852"/>
                <a:gd name="connsiteX83" fmla="*/ 186303 w 5069918"/>
                <a:gd name="connsiteY83" fmla="*/ 1453160 h 3111852"/>
                <a:gd name="connsiteX84" fmla="*/ 84390 w 5069918"/>
                <a:gd name="connsiteY84" fmla="*/ 1244980 h 3111852"/>
                <a:gd name="connsiteX85" fmla="*/ 20139 w 5069918"/>
                <a:gd name="connsiteY85" fmla="*/ 1024037 h 3111852"/>
                <a:gd name="connsiteX86" fmla="*/ 0 w 5069918"/>
                <a:gd name="connsiteY86" fmla="*/ 796339 h 3111852"/>
                <a:gd name="connsiteX87" fmla="*/ 102773 w 5069918"/>
                <a:gd name="connsiteY87" fmla="*/ 121376 h 31118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5069918" h="3111852">
                  <a:moveTo>
                    <a:pt x="145909" y="0"/>
                  </a:moveTo>
                  <a:lnTo>
                    <a:pt x="205279" y="0"/>
                  </a:lnTo>
                  <a:lnTo>
                    <a:pt x="202868" y="5043"/>
                  </a:lnTo>
                  <a:lnTo>
                    <a:pt x="191273" y="30818"/>
                  </a:lnTo>
                  <a:cubicBezTo>
                    <a:pt x="183688" y="48029"/>
                    <a:pt x="176016" y="65240"/>
                    <a:pt x="169129" y="82781"/>
                  </a:cubicBezTo>
                  <a:cubicBezTo>
                    <a:pt x="162242" y="100321"/>
                    <a:pt x="154658" y="117615"/>
                    <a:pt x="148381" y="135320"/>
                  </a:cubicBezTo>
                  <a:cubicBezTo>
                    <a:pt x="121529" y="205646"/>
                    <a:pt x="98775" y="277455"/>
                    <a:pt x="80903" y="350499"/>
                  </a:cubicBezTo>
                  <a:cubicBezTo>
                    <a:pt x="44636" y="496258"/>
                    <a:pt x="26067" y="646299"/>
                    <a:pt x="26154" y="796339"/>
                  </a:cubicBezTo>
                  <a:cubicBezTo>
                    <a:pt x="26590" y="871114"/>
                    <a:pt x="34001" y="945722"/>
                    <a:pt x="49170" y="1018931"/>
                  </a:cubicBezTo>
                  <a:cubicBezTo>
                    <a:pt x="65124" y="1091975"/>
                    <a:pt x="88226" y="1163454"/>
                    <a:pt x="119437" y="1231804"/>
                  </a:cubicBezTo>
                  <a:cubicBezTo>
                    <a:pt x="126847" y="1249016"/>
                    <a:pt x="135478" y="1265815"/>
                    <a:pt x="143672" y="1282696"/>
                  </a:cubicBezTo>
                  <a:cubicBezTo>
                    <a:pt x="152565" y="1299331"/>
                    <a:pt x="161021" y="1316130"/>
                    <a:pt x="170611" y="1332436"/>
                  </a:cubicBezTo>
                  <a:cubicBezTo>
                    <a:pt x="188919" y="1365375"/>
                    <a:pt x="209319" y="1397327"/>
                    <a:pt x="230330" y="1428867"/>
                  </a:cubicBezTo>
                  <a:cubicBezTo>
                    <a:pt x="251253" y="1460489"/>
                    <a:pt x="273658" y="1491288"/>
                    <a:pt x="296237" y="1522004"/>
                  </a:cubicBezTo>
                  <a:cubicBezTo>
                    <a:pt x="319165" y="1552474"/>
                    <a:pt x="342966" y="1582531"/>
                    <a:pt x="366853" y="1612506"/>
                  </a:cubicBezTo>
                  <a:cubicBezTo>
                    <a:pt x="414714" y="1672540"/>
                    <a:pt x="464756" y="1731337"/>
                    <a:pt x="513838" y="1791535"/>
                  </a:cubicBezTo>
                  <a:cubicBezTo>
                    <a:pt x="538509" y="1821510"/>
                    <a:pt x="563094" y="1851732"/>
                    <a:pt x="587330" y="1882283"/>
                  </a:cubicBezTo>
                  <a:cubicBezTo>
                    <a:pt x="611479" y="1912588"/>
                    <a:pt x="635453" y="1944787"/>
                    <a:pt x="658817" y="1974186"/>
                  </a:cubicBezTo>
                  <a:cubicBezTo>
                    <a:pt x="682008" y="2004326"/>
                    <a:pt x="706330" y="2033560"/>
                    <a:pt x="730305" y="2062959"/>
                  </a:cubicBezTo>
                  <a:cubicBezTo>
                    <a:pt x="754977" y="2091864"/>
                    <a:pt x="779474" y="2120768"/>
                    <a:pt x="805018" y="2148685"/>
                  </a:cubicBezTo>
                  <a:cubicBezTo>
                    <a:pt x="855757" y="2204847"/>
                    <a:pt x="908500" y="2258951"/>
                    <a:pt x="963424" y="2310337"/>
                  </a:cubicBezTo>
                  <a:cubicBezTo>
                    <a:pt x="1073444" y="2412862"/>
                    <a:pt x="1192183" y="2504353"/>
                    <a:pt x="1319204" y="2580196"/>
                  </a:cubicBezTo>
                  <a:cubicBezTo>
                    <a:pt x="1382846" y="2617913"/>
                    <a:pt x="1448143" y="2652500"/>
                    <a:pt x="1515882" y="2681651"/>
                  </a:cubicBezTo>
                  <a:cubicBezTo>
                    <a:pt x="1583184" y="2711626"/>
                    <a:pt x="1652666" y="2736908"/>
                    <a:pt x="1723456" y="2758319"/>
                  </a:cubicBezTo>
                  <a:cubicBezTo>
                    <a:pt x="1794246" y="2779812"/>
                    <a:pt x="1866431" y="2797188"/>
                    <a:pt x="1939662" y="2811269"/>
                  </a:cubicBezTo>
                  <a:cubicBezTo>
                    <a:pt x="2012981" y="2825104"/>
                    <a:pt x="2087519" y="2834574"/>
                    <a:pt x="2162581" y="2840916"/>
                  </a:cubicBezTo>
                  <a:cubicBezTo>
                    <a:pt x="2237643" y="2847338"/>
                    <a:pt x="2313489" y="2850139"/>
                    <a:pt x="2389597" y="2850221"/>
                  </a:cubicBezTo>
                  <a:cubicBezTo>
                    <a:pt x="2408602" y="2850221"/>
                    <a:pt x="2427869" y="2850550"/>
                    <a:pt x="2446002" y="2849808"/>
                  </a:cubicBezTo>
                  <a:lnTo>
                    <a:pt x="2473638" y="2849151"/>
                  </a:lnTo>
                  <a:lnTo>
                    <a:pt x="2501187" y="2847832"/>
                  </a:lnTo>
                  <a:cubicBezTo>
                    <a:pt x="2537890" y="2846268"/>
                    <a:pt x="2574418" y="2842809"/>
                    <a:pt x="2610685" y="2838774"/>
                  </a:cubicBezTo>
                  <a:cubicBezTo>
                    <a:pt x="2755926" y="2821975"/>
                    <a:pt x="2897244" y="2785164"/>
                    <a:pt x="3033071" y="2730979"/>
                  </a:cubicBezTo>
                  <a:cubicBezTo>
                    <a:pt x="3101158" y="2704132"/>
                    <a:pt x="3167589" y="2672263"/>
                    <a:pt x="3232974" y="2637430"/>
                  </a:cubicBezTo>
                  <a:cubicBezTo>
                    <a:pt x="3298446" y="2602760"/>
                    <a:pt x="3362697" y="2564303"/>
                    <a:pt x="3425990" y="2523622"/>
                  </a:cubicBezTo>
                  <a:cubicBezTo>
                    <a:pt x="3489282" y="2482859"/>
                    <a:pt x="3551529" y="2439461"/>
                    <a:pt x="3613601" y="2394827"/>
                  </a:cubicBezTo>
                  <a:cubicBezTo>
                    <a:pt x="3644549" y="2372511"/>
                    <a:pt x="3675411" y="2349617"/>
                    <a:pt x="3706185" y="2326642"/>
                  </a:cubicBezTo>
                  <a:lnTo>
                    <a:pt x="3799729" y="2255904"/>
                  </a:lnTo>
                  <a:cubicBezTo>
                    <a:pt x="3926402" y="2160954"/>
                    <a:pt x="4053597" y="2070123"/>
                    <a:pt x="4175561" y="1976821"/>
                  </a:cubicBezTo>
                  <a:cubicBezTo>
                    <a:pt x="4297526" y="1883601"/>
                    <a:pt x="4414084" y="1787582"/>
                    <a:pt x="4517132" y="1683080"/>
                  </a:cubicBezTo>
                  <a:cubicBezTo>
                    <a:pt x="4568480" y="1630705"/>
                    <a:pt x="4616604" y="1576438"/>
                    <a:pt x="4659758" y="1519452"/>
                  </a:cubicBezTo>
                  <a:cubicBezTo>
                    <a:pt x="4702650" y="1462383"/>
                    <a:pt x="4741184" y="1402845"/>
                    <a:pt x="4773178" y="1340423"/>
                  </a:cubicBezTo>
                  <a:cubicBezTo>
                    <a:pt x="4837865" y="1215829"/>
                    <a:pt x="4877446" y="1079787"/>
                    <a:pt x="4892092" y="938311"/>
                  </a:cubicBezTo>
                  <a:cubicBezTo>
                    <a:pt x="4895666" y="902982"/>
                    <a:pt x="4897845" y="867325"/>
                    <a:pt x="4898804" y="831503"/>
                  </a:cubicBezTo>
                  <a:cubicBezTo>
                    <a:pt x="4899066" y="813633"/>
                    <a:pt x="4899414" y="795764"/>
                    <a:pt x="4899153" y="776988"/>
                  </a:cubicBezTo>
                  <a:cubicBezTo>
                    <a:pt x="4898979" y="758460"/>
                    <a:pt x="4899066" y="740012"/>
                    <a:pt x="4898456" y="721484"/>
                  </a:cubicBezTo>
                  <a:cubicBezTo>
                    <a:pt x="4896974" y="647452"/>
                    <a:pt x="4893226" y="573502"/>
                    <a:pt x="4886774" y="499635"/>
                  </a:cubicBezTo>
                  <a:cubicBezTo>
                    <a:pt x="4873610" y="351981"/>
                    <a:pt x="4851030" y="204740"/>
                    <a:pt x="4815896" y="59970"/>
                  </a:cubicBezTo>
                  <a:lnTo>
                    <a:pt x="4798654" y="0"/>
                  </a:lnTo>
                  <a:lnTo>
                    <a:pt x="4909441" y="0"/>
                  </a:lnTo>
                  <a:lnTo>
                    <a:pt x="4921297" y="34112"/>
                  </a:lnTo>
                  <a:cubicBezTo>
                    <a:pt x="4966630" y="181436"/>
                    <a:pt x="5002460" y="331724"/>
                    <a:pt x="5027482" y="483740"/>
                  </a:cubicBezTo>
                  <a:cubicBezTo>
                    <a:pt x="5040123" y="559749"/>
                    <a:pt x="5050323" y="636170"/>
                    <a:pt x="5058082" y="712837"/>
                  </a:cubicBezTo>
                  <a:cubicBezTo>
                    <a:pt x="5060261" y="732025"/>
                    <a:pt x="5061743" y="751213"/>
                    <a:pt x="5063486" y="770400"/>
                  </a:cubicBezTo>
                  <a:cubicBezTo>
                    <a:pt x="5065318" y="789340"/>
                    <a:pt x="5066625" y="809186"/>
                    <a:pt x="5067846" y="829033"/>
                  </a:cubicBezTo>
                  <a:cubicBezTo>
                    <a:pt x="5069851" y="868643"/>
                    <a:pt x="5070461" y="908500"/>
                    <a:pt x="5069414" y="948521"/>
                  </a:cubicBezTo>
                  <a:cubicBezTo>
                    <a:pt x="5067060" y="1028483"/>
                    <a:pt x="5057820" y="1109021"/>
                    <a:pt x="5040732" y="1188571"/>
                  </a:cubicBezTo>
                  <a:cubicBezTo>
                    <a:pt x="5023123" y="1268038"/>
                    <a:pt x="4997578" y="1346435"/>
                    <a:pt x="4964102" y="1421620"/>
                  </a:cubicBezTo>
                  <a:cubicBezTo>
                    <a:pt x="4897409" y="1572485"/>
                    <a:pt x="4799942" y="1709020"/>
                    <a:pt x="4689486" y="1828757"/>
                  </a:cubicBezTo>
                  <a:cubicBezTo>
                    <a:pt x="4579116" y="1949234"/>
                    <a:pt x="4456716" y="2054888"/>
                    <a:pt x="4333792" y="2155355"/>
                  </a:cubicBezTo>
                  <a:cubicBezTo>
                    <a:pt x="4210520" y="2255657"/>
                    <a:pt x="4085853" y="2350524"/>
                    <a:pt x="3965196" y="2446790"/>
                  </a:cubicBezTo>
                  <a:lnTo>
                    <a:pt x="3873745" y="2519916"/>
                  </a:lnTo>
                  <a:cubicBezTo>
                    <a:pt x="3842621" y="2544539"/>
                    <a:pt x="3811324" y="2569162"/>
                    <a:pt x="3779416" y="2593454"/>
                  </a:cubicBezTo>
                  <a:cubicBezTo>
                    <a:pt x="3715862" y="2642123"/>
                    <a:pt x="3650652" y="2689804"/>
                    <a:pt x="3582739" y="2735343"/>
                  </a:cubicBezTo>
                  <a:cubicBezTo>
                    <a:pt x="3514913" y="2780800"/>
                    <a:pt x="3445170" y="2824939"/>
                    <a:pt x="3371851" y="2865126"/>
                  </a:cubicBezTo>
                  <a:cubicBezTo>
                    <a:pt x="3298533" y="2905230"/>
                    <a:pt x="3222687" y="2942452"/>
                    <a:pt x="3143614" y="2974568"/>
                  </a:cubicBezTo>
                  <a:cubicBezTo>
                    <a:pt x="2985994" y="3039625"/>
                    <a:pt x="2815732" y="3083105"/>
                    <a:pt x="2643552" y="3101304"/>
                  </a:cubicBezTo>
                  <a:cubicBezTo>
                    <a:pt x="2600484" y="3105587"/>
                    <a:pt x="2557331" y="3109046"/>
                    <a:pt x="2514264" y="3110445"/>
                  </a:cubicBezTo>
                  <a:lnTo>
                    <a:pt x="2481920" y="3111598"/>
                  </a:lnTo>
                  <a:lnTo>
                    <a:pt x="2449664" y="3111763"/>
                  </a:lnTo>
                  <a:cubicBezTo>
                    <a:pt x="2427869" y="3112092"/>
                    <a:pt x="2407207" y="3111434"/>
                    <a:pt x="2386284" y="3111022"/>
                  </a:cubicBezTo>
                  <a:cubicBezTo>
                    <a:pt x="2344525" y="3110528"/>
                    <a:pt x="2302505" y="3108140"/>
                    <a:pt x="2260658" y="3106080"/>
                  </a:cubicBezTo>
                  <a:cubicBezTo>
                    <a:pt x="2218725" y="3102787"/>
                    <a:pt x="2176791" y="3099740"/>
                    <a:pt x="2134945" y="3094716"/>
                  </a:cubicBezTo>
                  <a:cubicBezTo>
                    <a:pt x="2051165" y="3085246"/>
                    <a:pt x="1967473" y="3072317"/>
                    <a:pt x="1884564" y="3054200"/>
                  </a:cubicBezTo>
                  <a:cubicBezTo>
                    <a:pt x="1801657" y="3036084"/>
                    <a:pt x="1719708" y="3012778"/>
                    <a:pt x="1639764" y="2984286"/>
                  </a:cubicBezTo>
                  <a:cubicBezTo>
                    <a:pt x="1559820" y="2955710"/>
                    <a:pt x="1481969" y="2921618"/>
                    <a:pt x="1407081" y="2882913"/>
                  </a:cubicBezTo>
                  <a:cubicBezTo>
                    <a:pt x="1332455" y="2843633"/>
                    <a:pt x="1260794" y="2799741"/>
                    <a:pt x="1193491" y="2750989"/>
                  </a:cubicBezTo>
                  <a:cubicBezTo>
                    <a:pt x="1058362" y="2653982"/>
                    <a:pt x="939973" y="2540257"/>
                    <a:pt x="836141" y="2418627"/>
                  </a:cubicBezTo>
                  <a:cubicBezTo>
                    <a:pt x="784444" y="2357523"/>
                    <a:pt x="736321" y="2294444"/>
                    <a:pt x="690812" y="2230210"/>
                  </a:cubicBezTo>
                  <a:cubicBezTo>
                    <a:pt x="645217" y="2165978"/>
                    <a:pt x="602674" y="2100345"/>
                    <a:pt x="562397" y="2033725"/>
                  </a:cubicBezTo>
                  <a:cubicBezTo>
                    <a:pt x="541823" y="2000044"/>
                    <a:pt x="522992" y="1968504"/>
                    <a:pt x="502504" y="1936223"/>
                  </a:cubicBezTo>
                  <a:cubicBezTo>
                    <a:pt x="482192" y="1904189"/>
                    <a:pt x="461530" y="1872155"/>
                    <a:pt x="440258" y="1840368"/>
                  </a:cubicBezTo>
                  <a:lnTo>
                    <a:pt x="310360" y="1649481"/>
                  </a:lnTo>
                  <a:cubicBezTo>
                    <a:pt x="288826" y="1617365"/>
                    <a:pt x="267555" y="1585084"/>
                    <a:pt x="246806" y="1552391"/>
                  </a:cubicBezTo>
                  <a:cubicBezTo>
                    <a:pt x="226057" y="1519698"/>
                    <a:pt x="205483" y="1486923"/>
                    <a:pt x="186303" y="1453160"/>
                  </a:cubicBezTo>
                  <a:cubicBezTo>
                    <a:pt x="147857" y="1385962"/>
                    <a:pt x="112550" y="1316790"/>
                    <a:pt x="84390" y="1244980"/>
                  </a:cubicBezTo>
                  <a:cubicBezTo>
                    <a:pt x="55708" y="1173418"/>
                    <a:pt x="34436" y="1099222"/>
                    <a:pt x="20139" y="1024037"/>
                  </a:cubicBezTo>
                  <a:cubicBezTo>
                    <a:pt x="6452" y="948852"/>
                    <a:pt x="0" y="872513"/>
                    <a:pt x="0" y="796339"/>
                  </a:cubicBezTo>
                  <a:cubicBezTo>
                    <a:pt x="850" y="568560"/>
                    <a:pt x="36028" y="341245"/>
                    <a:pt x="102773" y="121376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71" name="Freeform: Shape 2070">
              <a:extLst>
                <a:ext uri="{FF2B5EF4-FFF2-40B4-BE49-F238E27FC236}">
                  <a16:creationId xmlns:a16="http://schemas.microsoft.com/office/drawing/2014/main" id="{31BCBF53-F859-485D-8008-16DE1F4FB1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3885" y="1"/>
              <a:ext cx="4960549" cy="2918955"/>
            </a:xfrm>
            <a:custGeom>
              <a:avLst/>
              <a:gdLst>
                <a:gd name="connsiteX0" fmla="*/ 154335 w 4960549"/>
                <a:gd name="connsiteY0" fmla="*/ 0 h 2918955"/>
                <a:gd name="connsiteX1" fmla="*/ 347871 w 4960549"/>
                <a:gd name="connsiteY1" fmla="*/ 0 h 2918955"/>
                <a:gd name="connsiteX2" fmla="*/ 268143 w 4960549"/>
                <a:gd name="connsiteY2" fmla="*/ 165468 h 2918955"/>
                <a:gd name="connsiteX3" fmla="*/ 199554 w 4960549"/>
                <a:gd name="connsiteY3" fmla="*/ 358938 h 2918955"/>
                <a:gd name="connsiteX4" fmla="*/ 142104 w 4960549"/>
                <a:gd name="connsiteY4" fmla="*/ 762944 h 2918955"/>
                <a:gd name="connsiteX5" fmla="*/ 166339 w 4960549"/>
                <a:gd name="connsiteY5" fmla="*/ 960748 h 2918955"/>
                <a:gd name="connsiteX6" fmla="*/ 237914 w 4960549"/>
                <a:gd name="connsiteY6" fmla="*/ 1145787 h 2918955"/>
                <a:gd name="connsiteX7" fmla="*/ 287868 w 4960549"/>
                <a:gd name="connsiteY7" fmla="*/ 1232913 h 2918955"/>
                <a:gd name="connsiteX8" fmla="*/ 345232 w 4960549"/>
                <a:gd name="connsiteY8" fmla="*/ 1317239 h 2918955"/>
                <a:gd name="connsiteX9" fmla="*/ 477745 w 4960549"/>
                <a:gd name="connsiteY9" fmla="*/ 1480209 h 2918955"/>
                <a:gd name="connsiteX10" fmla="*/ 621156 w 4960549"/>
                <a:gd name="connsiteY10" fmla="*/ 1644414 h 2918955"/>
                <a:gd name="connsiteX11" fmla="*/ 692469 w 4960549"/>
                <a:gd name="connsiteY11" fmla="*/ 1730140 h 2918955"/>
                <a:gd name="connsiteX12" fmla="*/ 726731 w 4960549"/>
                <a:gd name="connsiteY12" fmla="*/ 1772220 h 2918955"/>
                <a:gd name="connsiteX13" fmla="*/ 760295 w 4960549"/>
                <a:gd name="connsiteY13" fmla="*/ 1812489 h 2918955"/>
                <a:gd name="connsiteX14" fmla="*/ 1048685 w 4960549"/>
                <a:gd name="connsiteY14" fmla="*/ 2110101 h 2918955"/>
                <a:gd name="connsiteX15" fmla="*/ 1202035 w 4960549"/>
                <a:gd name="connsiteY15" fmla="*/ 2244002 h 2918955"/>
                <a:gd name="connsiteX16" fmla="*/ 1362620 w 4960549"/>
                <a:gd name="connsiteY16" fmla="*/ 2367443 h 2918955"/>
                <a:gd name="connsiteX17" fmla="*/ 1721364 w 4960549"/>
                <a:gd name="connsiteY17" fmla="*/ 2562694 h 2918955"/>
                <a:gd name="connsiteX18" fmla="*/ 1922052 w 4960549"/>
                <a:gd name="connsiteY18" fmla="*/ 2617868 h 2918955"/>
                <a:gd name="connsiteX19" fmla="*/ 1973488 w 4960549"/>
                <a:gd name="connsiteY19" fmla="*/ 2627586 h 2918955"/>
                <a:gd name="connsiteX20" fmla="*/ 2025360 w 4960549"/>
                <a:gd name="connsiteY20" fmla="*/ 2635738 h 2918955"/>
                <a:gd name="connsiteX21" fmla="*/ 2130063 w 4960549"/>
                <a:gd name="connsiteY21" fmla="*/ 2647432 h 2918955"/>
                <a:gd name="connsiteX22" fmla="*/ 2182719 w 4960549"/>
                <a:gd name="connsiteY22" fmla="*/ 2651220 h 2918955"/>
                <a:gd name="connsiteX23" fmla="*/ 2235551 w 4960549"/>
                <a:gd name="connsiteY23" fmla="*/ 2653855 h 2918955"/>
                <a:gd name="connsiteX24" fmla="*/ 2288556 w 4960549"/>
                <a:gd name="connsiteY24" fmla="*/ 2655008 h 2918955"/>
                <a:gd name="connsiteX25" fmla="*/ 2341648 w 4960549"/>
                <a:gd name="connsiteY25" fmla="*/ 2654761 h 2918955"/>
                <a:gd name="connsiteX26" fmla="*/ 2368238 w 4960549"/>
                <a:gd name="connsiteY26" fmla="*/ 2654514 h 2918955"/>
                <a:gd name="connsiteX27" fmla="*/ 2393869 w 4960549"/>
                <a:gd name="connsiteY27" fmla="*/ 2653443 h 2918955"/>
                <a:gd name="connsiteX28" fmla="*/ 2419413 w 4960549"/>
                <a:gd name="connsiteY28" fmla="*/ 2652208 h 2918955"/>
                <a:gd name="connsiteX29" fmla="*/ 2444869 w 4960549"/>
                <a:gd name="connsiteY29" fmla="*/ 2650232 h 2918955"/>
                <a:gd name="connsiteX30" fmla="*/ 2545823 w 4960549"/>
                <a:gd name="connsiteY30" fmla="*/ 2638456 h 2918955"/>
                <a:gd name="connsiteX31" fmla="*/ 2930373 w 4960549"/>
                <a:gd name="connsiteY31" fmla="*/ 2519213 h 2918955"/>
                <a:gd name="connsiteX32" fmla="*/ 3285631 w 4960549"/>
                <a:gd name="connsiteY32" fmla="*/ 2310210 h 2918955"/>
                <a:gd name="connsiteX33" fmla="*/ 3371764 w 4960549"/>
                <a:gd name="connsiteY33" fmla="*/ 2248778 h 2918955"/>
                <a:gd name="connsiteX34" fmla="*/ 3457898 w 4960549"/>
                <a:gd name="connsiteY34" fmla="*/ 2185286 h 2918955"/>
                <a:gd name="connsiteX35" fmla="*/ 3632344 w 4960549"/>
                <a:gd name="connsiteY35" fmla="*/ 2053527 h 2918955"/>
                <a:gd name="connsiteX36" fmla="*/ 3990915 w 4960549"/>
                <a:gd name="connsiteY36" fmla="*/ 1798490 h 2918955"/>
                <a:gd name="connsiteX37" fmla="*/ 4324988 w 4960549"/>
                <a:gd name="connsiteY37" fmla="*/ 1544854 h 2918955"/>
                <a:gd name="connsiteX38" fmla="*/ 4592107 w 4960549"/>
                <a:gd name="connsiteY38" fmla="*/ 1254159 h 2918955"/>
                <a:gd name="connsiteX39" fmla="*/ 4683123 w 4960549"/>
                <a:gd name="connsiteY39" fmla="*/ 1085179 h 2918955"/>
                <a:gd name="connsiteX40" fmla="*/ 4738568 w 4960549"/>
                <a:gd name="connsiteY40" fmla="*/ 900551 h 2918955"/>
                <a:gd name="connsiteX41" fmla="*/ 4753913 w 4960549"/>
                <a:gd name="connsiteY41" fmla="*/ 803708 h 2918955"/>
                <a:gd name="connsiteX42" fmla="*/ 4756441 w 4960549"/>
                <a:gd name="connsiteY42" fmla="*/ 779167 h 2918955"/>
                <a:gd name="connsiteX43" fmla="*/ 4758358 w 4960549"/>
                <a:gd name="connsiteY43" fmla="*/ 754133 h 2918955"/>
                <a:gd name="connsiteX44" fmla="*/ 4761147 w 4960549"/>
                <a:gd name="connsiteY44" fmla="*/ 702417 h 2918955"/>
                <a:gd name="connsiteX45" fmla="*/ 4756353 w 4960549"/>
                <a:gd name="connsiteY45" fmla="*/ 495638 h 2918955"/>
                <a:gd name="connsiteX46" fmla="*/ 4725578 w 4960549"/>
                <a:gd name="connsiteY46" fmla="*/ 291411 h 2918955"/>
                <a:gd name="connsiteX47" fmla="*/ 4673358 w 4960549"/>
                <a:gd name="connsiteY47" fmla="*/ 92042 h 2918955"/>
                <a:gd name="connsiteX48" fmla="*/ 4644342 w 4960549"/>
                <a:gd name="connsiteY48" fmla="*/ 0 h 2918955"/>
                <a:gd name="connsiteX49" fmla="*/ 4862756 w 4960549"/>
                <a:gd name="connsiteY49" fmla="*/ 0 h 2918955"/>
                <a:gd name="connsiteX50" fmla="*/ 4876138 w 4960549"/>
                <a:gd name="connsiteY50" fmla="*/ 45680 h 2918955"/>
                <a:gd name="connsiteX51" fmla="*/ 4911707 w 4960549"/>
                <a:gd name="connsiteY51" fmla="*/ 263329 h 2918955"/>
                <a:gd name="connsiteX52" fmla="*/ 4934809 w 4960549"/>
                <a:gd name="connsiteY52" fmla="*/ 481145 h 2918955"/>
                <a:gd name="connsiteX53" fmla="*/ 4953205 w 4960549"/>
                <a:gd name="connsiteY53" fmla="*/ 698959 h 2918955"/>
                <a:gd name="connsiteX54" fmla="*/ 4956953 w 4960549"/>
                <a:gd name="connsiteY54" fmla="*/ 753557 h 2918955"/>
                <a:gd name="connsiteX55" fmla="*/ 4958611 w 4960549"/>
                <a:gd name="connsiteY55" fmla="*/ 781638 h 2918955"/>
                <a:gd name="connsiteX56" fmla="*/ 4959831 w 4960549"/>
                <a:gd name="connsiteY56" fmla="*/ 810213 h 2918955"/>
                <a:gd name="connsiteX57" fmla="*/ 4958174 w 4960549"/>
                <a:gd name="connsiteY57" fmla="*/ 925338 h 2918955"/>
                <a:gd name="connsiteX58" fmla="*/ 4834030 w 4960549"/>
                <a:gd name="connsiteY58" fmla="*/ 1377519 h 2918955"/>
                <a:gd name="connsiteX59" fmla="*/ 4558106 w 4960549"/>
                <a:gd name="connsiteY59" fmla="*/ 1761515 h 2918955"/>
                <a:gd name="connsiteX60" fmla="*/ 4389937 w 4960549"/>
                <a:gd name="connsiteY60" fmla="*/ 1921603 h 2918955"/>
                <a:gd name="connsiteX61" fmla="*/ 4214618 w 4960549"/>
                <a:gd name="connsiteY61" fmla="*/ 2067115 h 2918955"/>
                <a:gd name="connsiteX62" fmla="*/ 3858489 w 4960549"/>
                <a:gd name="connsiteY62" fmla="*/ 2329316 h 2918955"/>
                <a:gd name="connsiteX63" fmla="*/ 3768868 w 4960549"/>
                <a:gd name="connsiteY63" fmla="*/ 2393301 h 2918955"/>
                <a:gd name="connsiteX64" fmla="*/ 3676806 w 4960549"/>
                <a:gd name="connsiteY64" fmla="*/ 2457698 h 2918955"/>
                <a:gd name="connsiteX65" fmla="*/ 3582477 w 4960549"/>
                <a:gd name="connsiteY65" fmla="*/ 2521272 h 2918955"/>
                <a:gd name="connsiteX66" fmla="*/ 3485185 w 4960549"/>
                <a:gd name="connsiteY66" fmla="*/ 2583035 h 2918955"/>
                <a:gd name="connsiteX67" fmla="*/ 3280923 w 4960549"/>
                <a:gd name="connsiteY67" fmla="*/ 2698983 h 2918955"/>
                <a:gd name="connsiteX68" fmla="*/ 3061230 w 4960549"/>
                <a:gd name="connsiteY68" fmla="*/ 2797555 h 2918955"/>
                <a:gd name="connsiteX69" fmla="*/ 2583137 w 4960549"/>
                <a:gd name="connsiteY69" fmla="*/ 2910950 h 2918955"/>
                <a:gd name="connsiteX70" fmla="*/ 2460038 w 4960549"/>
                <a:gd name="connsiteY70" fmla="*/ 2918280 h 2918955"/>
                <a:gd name="connsiteX71" fmla="*/ 2429263 w 4960549"/>
                <a:gd name="connsiteY71" fmla="*/ 2918938 h 2918955"/>
                <a:gd name="connsiteX72" fmla="*/ 2398576 w 4960549"/>
                <a:gd name="connsiteY72" fmla="*/ 2918774 h 2918955"/>
                <a:gd name="connsiteX73" fmla="*/ 2367977 w 4960549"/>
                <a:gd name="connsiteY73" fmla="*/ 2918444 h 2918955"/>
                <a:gd name="connsiteX74" fmla="*/ 2338249 w 4960549"/>
                <a:gd name="connsiteY74" fmla="*/ 2917374 h 2918955"/>
                <a:gd name="connsiteX75" fmla="*/ 2100770 w 4960549"/>
                <a:gd name="connsiteY75" fmla="*/ 2899503 h 2918955"/>
                <a:gd name="connsiteX76" fmla="*/ 1864776 w 4960549"/>
                <a:gd name="connsiteY76" fmla="*/ 2860141 h 2918955"/>
                <a:gd name="connsiteX77" fmla="*/ 1632964 w 4960549"/>
                <a:gd name="connsiteY77" fmla="*/ 2798461 h 2918955"/>
                <a:gd name="connsiteX78" fmla="*/ 1189219 w 4960549"/>
                <a:gd name="connsiteY78" fmla="*/ 2613010 h 2918955"/>
                <a:gd name="connsiteX79" fmla="*/ 815305 w 4960549"/>
                <a:gd name="connsiteY79" fmla="*/ 2324292 h 2918955"/>
                <a:gd name="connsiteX80" fmla="*/ 663699 w 4960549"/>
                <a:gd name="connsiteY80" fmla="*/ 2150535 h 2918955"/>
                <a:gd name="connsiteX81" fmla="*/ 531274 w 4960549"/>
                <a:gd name="connsiteY81" fmla="*/ 1966565 h 2918955"/>
                <a:gd name="connsiteX82" fmla="*/ 500325 w 4960549"/>
                <a:gd name="connsiteY82" fmla="*/ 1919709 h 2918955"/>
                <a:gd name="connsiteX83" fmla="*/ 470771 w 4960549"/>
                <a:gd name="connsiteY83" fmla="*/ 1874252 h 2918955"/>
                <a:gd name="connsiteX84" fmla="*/ 412448 w 4960549"/>
                <a:gd name="connsiteY84" fmla="*/ 1786137 h 2918955"/>
                <a:gd name="connsiteX85" fmla="*/ 291616 w 4960549"/>
                <a:gd name="connsiteY85" fmla="*/ 1606122 h 2918955"/>
                <a:gd name="connsiteX86" fmla="*/ 173662 w 4960549"/>
                <a:gd name="connsiteY86" fmla="*/ 1415812 h 2918955"/>
                <a:gd name="connsiteX87" fmla="*/ 120483 w 4960549"/>
                <a:gd name="connsiteY87" fmla="*/ 1314934 h 2918955"/>
                <a:gd name="connsiteX88" fmla="*/ 75324 w 4960549"/>
                <a:gd name="connsiteY88" fmla="*/ 1209361 h 2918955"/>
                <a:gd name="connsiteX89" fmla="*/ 40713 w 4960549"/>
                <a:gd name="connsiteY89" fmla="*/ 1099837 h 2918955"/>
                <a:gd name="connsiteX90" fmla="*/ 27811 w 4960549"/>
                <a:gd name="connsiteY90" fmla="*/ 1044004 h 2918955"/>
                <a:gd name="connsiteX91" fmla="*/ 22144 w 4960549"/>
                <a:gd name="connsiteY91" fmla="*/ 1016004 h 2918955"/>
                <a:gd name="connsiteX92" fmla="*/ 17436 w 4960549"/>
                <a:gd name="connsiteY92" fmla="*/ 987923 h 2918955"/>
                <a:gd name="connsiteX93" fmla="*/ 0 w 4960549"/>
                <a:gd name="connsiteY93" fmla="*/ 762944 h 2918955"/>
                <a:gd name="connsiteX94" fmla="*/ 48385 w 4960549"/>
                <a:gd name="connsiteY94" fmla="*/ 324597 h 2918955"/>
                <a:gd name="connsiteX95" fmla="*/ 108474 w 4960549"/>
                <a:gd name="connsiteY95" fmla="*/ 110839 h 2918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</a:cxnLst>
              <a:rect l="l" t="t" r="r" b="b"/>
              <a:pathLst>
                <a:path w="4960549" h="2918955">
                  <a:moveTo>
                    <a:pt x="154335" y="0"/>
                  </a:moveTo>
                  <a:lnTo>
                    <a:pt x="347871" y="0"/>
                  </a:lnTo>
                  <a:lnTo>
                    <a:pt x="268143" y="165468"/>
                  </a:lnTo>
                  <a:cubicBezTo>
                    <a:pt x="241575" y="228661"/>
                    <a:pt x="218473" y="293182"/>
                    <a:pt x="199554" y="358938"/>
                  </a:cubicBezTo>
                  <a:cubicBezTo>
                    <a:pt x="161632" y="490121"/>
                    <a:pt x="142016" y="626491"/>
                    <a:pt x="142104" y="762944"/>
                  </a:cubicBezTo>
                  <a:cubicBezTo>
                    <a:pt x="142888" y="829977"/>
                    <a:pt x="149862" y="896516"/>
                    <a:pt x="166339" y="960748"/>
                  </a:cubicBezTo>
                  <a:cubicBezTo>
                    <a:pt x="182555" y="1025063"/>
                    <a:pt x="207750" y="1086579"/>
                    <a:pt x="237914" y="1145787"/>
                  </a:cubicBezTo>
                  <a:cubicBezTo>
                    <a:pt x="253170" y="1175351"/>
                    <a:pt x="270084" y="1204338"/>
                    <a:pt x="287868" y="1232913"/>
                  </a:cubicBezTo>
                  <a:cubicBezTo>
                    <a:pt x="305914" y="1261406"/>
                    <a:pt x="325181" y="1289488"/>
                    <a:pt x="345232" y="1317239"/>
                  </a:cubicBezTo>
                  <a:cubicBezTo>
                    <a:pt x="385858" y="1372578"/>
                    <a:pt x="431017" y="1426270"/>
                    <a:pt x="477745" y="1480209"/>
                  </a:cubicBezTo>
                  <a:cubicBezTo>
                    <a:pt x="524474" y="1534231"/>
                    <a:pt x="573294" y="1588252"/>
                    <a:pt x="621156" y="1644414"/>
                  </a:cubicBezTo>
                  <a:cubicBezTo>
                    <a:pt x="645130" y="1672413"/>
                    <a:pt x="668843" y="1701070"/>
                    <a:pt x="692469" y="1730140"/>
                  </a:cubicBezTo>
                  <a:lnTo>
                    <a:pt x="726731" y="1772220"/>
                  </a:lnTo>
                  <a:cubicBezTo>
                    <a:pt x="737977" y="1785644"/>
                    <a:pt x="748700" y="1799396"/>
                    <a:pt x="760295" y="1812489"/>
                  </a:cubicBezTo>
                  <a:cubicBezTo>
                    <a:pt x="850788" y="1919050"/>
                    <a:pt x="948952" y="2017128"/>
                    <a:pt x="1048685" y="2110101"/>
                  </a:cubicBezTo>
                  <a:cubicBezTo>
                    <a:pt x="1098814" y="2156382"/>
                    <a:pt x="1149814" y="2201097"/>
                    <a:pt x="1202035" y="2244002"/>
                  </a:cubicBezTo>
                  <a:cubicBezTo>
                    <a:pt x="1254256" y="2286906"/>
                    <a:pt x="1307435" y="2328410"/>
                    <a:pt x="1362620" y="2367443"/>
                  </a:cubicBezTo>
                  <a:cubicBezTo>
                    <a:pt x="1472554" y="2445675"/>
                    <a:pt x="1591118" y="2515590"/>
                    <a:pt x="1721364" y="2562694"/>
                  </a:cubicBezTo>
                  <a:cubicBezTo>
                    <a:pt x="1786314" y="2586246"/>
                    <a:pt x="1853617" y="2604280"/>
                    <a:pt x="1922052" y="2617868"/>
                  </a:cubicBezTo>
                  <a:cubicBezTo>
                    <a:pt x="1939227" y="2621080"/>
                    <a:pt x="1956227" y="2624786"/>
                    <a:pt x="1973488" y="2627586"/>
                  </a:cubicBezTo>
                  <a:lnTo>
                    <a:pt x="2025360" y="2635738"/>
                  </a:lnTo>
                  <a:cubicBezTo>
                    <a:pt x="2060145" y="2640103"/>
                    <a:pt x="2094930" y="2644714"/>
                    <a:pt x="2130063" y="2647432"/>
                  </a:cubicBezTo>
                  <a:cubicBezTo>
                    <a:pt x="2147587" y="2648996"/>
                    <a:pt x="2165109" y="2650479"/>
                    <a:pt x="2182719" y="2651220"/>
                  </a:cubicBezTo>
                  <a:cubicBezTo>
                    <a:pt x="2200330" y="2652043"/>
                    <a:pt x="2217853" y="2653361"/>
                    <a:pt x="2235551" y="2653855"/>
                  </a:cubicBezTo>
                  <a:lnTo>
                    <a:pt x="2288556" y="2655008"/>
                  </a:lnTo>
                  <a:cubicBezTo>
                    <a:pt x="2306166" y="2655419"/>
                    <a:pt x="2323951" y="2654843"/>
                    <a:pt x="2341648" y="2654761"/>
                  </a:cubicBezTo>
                  <a:lnTo>
                    <a:pt x="2368238" y="2654514"/>
                  </a:lnTo>
                  <a:cubicBezTo>
                    <a:pt x="2376869" y="2654267"/>
                    <a:pt x="2385325" y="2653773"/>
                    <a:pt x="2393869" y="2653443"/>
                  </a:cubicBezTo>
                  <a:cubicBezTo>
                    <a:pt x="2402412" y="2653031"/>
                    <a:pt x="2410956" y="2652785"/>
                    <a:pt x="2419413" y="2652208"/>
                  </a:cubicBezTo>
                  <a:lnTo>
                    <a:pt x="2444869" y="2650232"/>
                  </a:lnTo>
                  <a:cubicBezTo>
                    <a:pt x="2478782" y="2647679"/>
                    <a:pt x="2512433" y="2643397"/>
                    <a:pt x="2545823" y="2638456"/>
                  </a:cubicBezTo>
                  <a:cubicBezTo>
                    <a:pt x="2679470" y="2617539"/>
                    <a:pt x="2807973" y="2576612"/>
                    <a:pt x="2930373" y="2519213"/>
                  </a:cubicBezTo>
                  <a:cubicBezTo>
                    <a:pt x="3053210" y="2462475"/>
                    <a:pt x="3170117" y="2389842"/>
                    <a:pt x="3285631" y="2310210"/>
                  </a:cubicBezTo>
                  <a:cubicBezTo>
                    <a:pt x="3314487" y="2290364"/>
                    <a:pt x="3343169" y="2269612"/>
                    <a:pt x="3371764" y="2248778"/>
                  </a:cubicBezTo>
                  <a:cubicBezTo>
                    <a:pt x="3400534" y="2227943"/>
                    <a:pt x="3429216" y="2206779"/>
                    <a:pt x="3457898" y="2185286"/>
                  </a:cubicBezTo>
                  <a:lnTo>
                    <a:pt x="3632344" y="2053527"/>
                  </a:lnTo>
                  <a:cubicBezTo>
                    <a:pt x="3752043" y="1963848"/>
                    <a:pt x="3872873" y="1880345"/>
                    <a:pt x="3990915" y="1798490"/>
                  </a:cubicBezTo>
                  <a:cubicBezTo>
                    <a:pt x="4108869" y="1716634"/>
                    <a:pt x="4222377" y="1633955"/>
                    <a:pt x="4324988" y="1544854"/>
                  </a:cubicBezTo>
                  <a:cubicBezTo>
                    <a:pt x="4427599" y="1455916"/>
                    <a:pt x="4520271" y="1361132"/>
                    <a:pt x="4592107" y="1254159"/>
                  </a:cubicBezTo>
                  <a:cubicBezTo>
                    <a:pt x="4628025" y="1200715"/>
                    <a:pt x="4658712" y="1144388"/>
                    <a:pt x="4683123" y="1085179"/>
                  </a:cubicBezTo>
                  <a:cubicBezTo>
                    <a:pt x="4707707" y="1026051"/>
                    <a:pt x="4725405" y="964125"/>
                    <a:pt x="4738568" y="900551"/>
                  </a:cubicBezTo>
                  <a:cubicBezTo>
                    <a:pt x="4745107" y="868764"/>
                    <a:pt x="4750338" y="836400"/>
                    <a:pt x="4753913" y="803708"/>
                  </a:cubicBezTo>
                  <a:cubicBezTo>
                    <a:pt x="4754959" y="795555"/>
                    <a:pt x="4755656" y="787320"/>
                    <a:pt x="4756441" y="779167"/>
                  </a:cubicBezTo>
                  <a:cubicBezTo>
                    <a:pt x="4757137" y="770932"/>
                    <a:pt x="4758010" y="762862"/>
                    <a:pt x="4758358" y="754133"/>
                  </a:cubicBezTo>
                  <a:lnTo>
                    <a:pt x="4761147" y="702417"/>
                  </a:lnTo>
                  <a:cubicBezTo>
                    <a:pt x="4763677" y="633409"/>
                    <a:pt x="4762107" y="564317"/>
                    <a:pt x="4756353" y="495638"/>
                  </a:cubicBezTo>
                  <a:cubicBezTo>
                    <a:pt x="4750774" y="426876"/>
                    <a:pt x="4740051" y="358691"/>
                    <a:pt x="4725578" y="291411"/>
                  </a:cubicBezTo>
                  <a:cubicBezTo>
                    <a:pt x="4710932" y="224131"/>
                    <a:pt x="4692625" y="157758"/>
                    <a:pt x="4673358" y="92042"/>
                  </a:cubicBezTo>
                  <a:lnTo>
                    <a:pt x="4644342" y="0"/>
                  </a:lnTo>
                  <a:lnTo>
                    <a:pt x="4862756" y="0"/>
                  </a:lnTo>
                  <a:lnTo>
                    <a:pt x="4876138" y="45680"/>
                  </a:lnTo>
                  <a:cubicBezTo>
                    <a:pt x="4892005" y="117818"/>
                    <a:pt x="4903077" y="190532"/>
                    <a:pt x="4911707" y="263329"/>
                  </a:cubicBezTo>
                  <a:cubicBezTo>
                    <a:pt x="4920513" y="336044"/>
                    <a:pt x="4927575" y="408677"/>
                    <a:pt x="4934809" y="481145"/>
                  </a:cubicBezTo>
                  <a:cubicBezTo>
                    <a:pt x="4941697" y="553694"/>
                    <a:pt x="4947799" y="626244"/>
                    <a:pt x="4953205" y="698959"/>
                  </a:cubicBezTo>
                  <a:lnTo>
                    <a:pt x="4956953" y="753557"/>
                  </a:lnTo>
                  <a:cubicBezTo>
                    <a:pt x="4957651" y="762533"/>
                    <a:pt x="4958087" y="772168"/>
                    <a:pt x="4958611" y="781638"/>
                  </a:cubicBezTo>
                  <a:cubicBezTo>
                    <a:pt x="4959133" y="791108"/>
                    <a:pt x="4959657" y="800661"/>
                    <a:pt x="4959831" y="810213"/>
                  </a:cubicBezTo>
                  <a:cubicBezTo>
                    <a:pt x="4961139" y="848341"/>
                    <a:pt x="4960703" y="886798"/>
                    <a:pt x="4958174" y="925338"/>
                  </a:cubicBezTo>
                  <a:cubicBezTo>
                    <a:pt x="4948759" y="1079578"/>
                    <a:pt x="4904907" y="1234972"/>
                    <a:pt x="4834030" y="1377519"/>
                  </a:cubicBezTo>
                  <a:cubicBezTo>
                    <a:pt x="4763327" y="1520478"/>
                    <a:pt x="4665861" y="1648779"/>
                    <a:pt x="4558106" y="1761515"/>
                  </a:cubicBezTo>
                  <a:cubicBezTo>
                    <a:pt x="4504229" y="1818090"/>
                    <a:pt x="4447650" y="1871123"/>
                    <a:pt x="4389937" y="1921603"/>
                  </a:cubicBezTo>
                  <a:cubicBezTo>
                    <a:pt x="4332223" y="1972083"/>
                    <a:pt x="4273726" y="2020669"/>
                    <a:pt x="4214618" y="2067115"/>
                  </a:cubicBezTo>
                  <a:cubicBezTo>
                    <a:pt x="4096664" y="2160417"/>
                    <a:pt x="3976094" y="2245484"/>
                    <a:pt x="3858489" y="2329316"/>
                  </a:cubicBezTo>
                  <a:lnTo>
                    <a:pt x="3768868" y="2393301"/>
                  </a:lnTo>
                  <a:cubicBezTo>
                    <a:pt x="3738529" y="2414794"/>
                    <a:pt x="3707929" y="2436452"/>
                    <a:pt x="3676806" y="2457698"/>
                  </a:cubicBezTo>
                  <a:cubicBezTo>
                    <a:pt x="3645770" y="2479027"/>
                    <a:pt x="3614385" y="2500273"/>
                    <a:pt x="3582477" y="2521272"/>
                  </a:cubicBezTo>
                  <a:cubicBezTo>
                    <a:pt x="3550483" y="2542107"/>
                    <a:pt x="3518226" y="2562776"/>
                    <a:pt x="3485185" y="2583035"/>
                  </a:cubicBezTo>
                  <a:cubicBezTo>
                    <a:pt x="3419451" y="2623633"/>
                    <a:pt x="3351625" y="2662996"/>
                    <a:pt x="3280923" y="2698983"/>
                  </a:cubicBezTo>
                  <a:cubicBezTo>
                    <a:pt x="3210307" y="2735134"/>
                    <a:pt x="3137251" y="2768732"/>
                    <a:pt x="3061230" y="2797555"/>
                  </a:cubicBezTo>
                  <a:cubicBezTo>
                    <a:pt x="2909886" y="2856024"/>
                    <a:pt x="2747295" y="2895468"/>
                    <a:pt x="2583137" y="2910950"/>
                  </a:cubicBezTo>
                  <a:cubicBezTo>
                    <a:pt x="2542075" y="2914657"/>
                    <a:pt x="2501013" y="2917456"/>
                    <a:pt x="2460038" y="2918280"/>
                  </a:cubicBezTo>
                  <a:lnTo>
                    <a:pt x="2429263" y="2918938"/>
                  </a:lnTo>
                  <a:cubicBezTo>
                    <a:pt x="2419064" y="2919021"/>
                    <a:pt x="2408777" y="2918774"/>
                    <a:pt x="2398576" y="2918774"/>
                  </a:cubicBezTo>
                  <a:lnTo>
                    <a:pt x="2367977" y="2918444"/>
                  </a:lnTo>
                  <a:lnTo>
                    <a:pt x="2338249" y="2917374"/>
                  </a:lnTo>
                  <a:cubicBezTo>
                    <a:pt x="2259089" y="2914985"/>
                    <a:pt x="2179756" y="2909057"/>
                    <a:pt x="2100770" y="2899503"/>
                  </a:cubicBezTo>
                  <a:cubicBezTo>
                    <a:pt x="2021699" y="2890445"/>
                    <a:pt x="1942801" y="2877434"/>
                    <a:pt x="1864776" y="2860141"/>
                  </a:cubicBezTo>
                  <a:cubicBezTo>
                    <a:pt x="1786836" y="2842683"/>
                    <a:pt x="1709508" y="2822013"/>
                    <a:pt x="1632964" y="2798461"/>
                  </a:cubicBezTo>
                  <a:cubicBezTo>
                    <a:pt x="1480138" y="2750946"/>
                    <a:pt x="1329055" y="2691818"/>
                    <a:pt x="1189219" y="2613010"/>
                  </a:cubicBezTo>
                  <a:cubicBezTo>
                    <a:pt x="1049296" y="2534366"/>
                    <a:pt x="924367" y="2434640"/>
                    <a:pt x="815305" y="2324292"/>
                  </a:cubicBezTo>
                  <a:cubicBezTo>
                    <a:pt x="760469" y="2269200"/>
                    <a:pt x="710603" y="2210567"/>
                    <a:pt x="663699" y="2150535"/>
                  </a:cubicBezTo>
                  <a:cubicBezTo>
                    <a:pt x="617059" y="2090255"/>
                    <a:pt x="572684" y="2029069"/>
                    <a:pt x="531274" y="1966565"/>
                  </a:cubicBezTo>
                  <a:cubicBezTo>
                    <a:pt x="520638" y="1951084"/>
                    <a:pt x="510612" y="1935355"/>
                    <a:pt x="500325" y="1919709"/>
                  </a:cubicBezTo>
                  <a:lnTo>
                    <a:pt x="470771" y="1874252"/>
                  </a:lnTo>
                  <a:cubicBezTo>
                    <a:pt x="451853" y="1844853"/>
                    <a:pt x="432238" y="1815701"/>
                    <a:pt x="412448" y="1786137"/>
                  </a:cubicBezTo>
                  <a:lnTo>
                    <a:pt x="291616" y="1606122"/>
                  </a:lnTo>
                  <a:cubicBezTo>
                    <a:pt x="251078" y="1544771"/>
                    <a:pt x="211062" y="1481609"/>
                    <a:pt x="173662" y="1415812"/>
                  </a:cubicBezTo>
                  <a:cubicBezTo>
                    <a:pt x="155005" y="1382872"/>
                    <a:pt x="136960" y="1349355"/>
                    <a:pt x="120483" y="1314934"/>
                  </a:cubicBezTo>
                  <a:cubicBezTo>
                    <a:pt x="104093" y="1280429"/>
                    <a:pt x="88837" y="1245266"/>
                    <a:pt x="75324" y="1209361"/>
                  </a:cubicBezTo>
                  <a:cubicBezTo>
                    <a:pt x="62072" y="1173375"/>
                    <a:pt x="50303" y="1136893"/>
                    <a:pt x="40713" y="1099837"/>
                  </a:cubicBezTo>
                  <a:cubicBezTo>
                    <a:pt x="36180" y="1081308"/>
                    <a:pt x="31560" y="1062697"/>
                    <a:pt x="27811" y="1044004"/>
                  </a:cubicBezTo>
                  <a:lnTo>
                    <a:pt x="22144" y="1016004"/>
                  </a:lnTo>
                  <a:lnTo>
                    <a:pt x="17436" y="987923"/>
                  </a:lnTo>
                  <a:cubicBezTo>
                    <a:pt x="5144" y="912986"/>
                    <a:pt x="0" y="837636"/>
                    <a:pt x="0" y="762944"/>
                  </a:cubicBezTo>
                  <a:cubicBezTo>
                    <a:pt x="349" y="615951"/>
                    <a:pt x="16652" y="468957"/>
                    <a:pt x="48385" y="324597"/>
                  </a:cubicBezTo>
                  <a:cubicBezTo>
                    <a:pt x="64209" y="252459"/>
                    <a:pt x="84238" y="181021"/>
                    <a:pt x="108474" y="11083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72" name="Freeform: Shape 2071">
              <a:extLst>
                <a:ext uri="{FF2B5EF4-FFF2-40B4-BE49-F238E27FC236}">
                  <a16:creationId xmlns:a16="http://schemas.microsoft.com/office/drawing/2014/main" id="{436F5721-88D0-4683-BB23-289611A4A7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86973" y="0"/>
              <a:ext cx="4934374" cy="2888360"/>
            </a:xfrm>
            <a:custGeom>
              <a:avLst/>
              <a:gdLst>
                <a:gd name="connsiteX0" fmla="*/ 179816 w 4934374"/>
                <a:gd name="connsiteY0" fmla="*/ 0 h 2888360"/>
                <a:gd name="connsiteX1" fmla="*/ 666325 w 4934374"/>
                <a:gd name="connsiteY1" fmla="*/ 0 h 2888360"/>
                <a:gd name="connsiteX2" fmla="*/ 626038 w 4934374"/>
                <a:gd name="connsiteY2" fmla="*/ 65170 h 2888360"/>
                <a:gd name="connsiteX3" fmla="*/ 435986 w 4934374"/>
                <a:gd name="connsiteY3" fmla="*/ 779635 h 2888360"/>
                <a:gd name="connsiteX4" fmla="*/ 750530 w 4934374"/>
                <a:gd name="connsiteY4" fmla="*/ 1443043 h 2888360"/>
                <a:gd name="connsiteX5" fmla="*/ 909024 w 4934374"/>
                <a:gd name="connsiteY5" fmla="*/ 1653610 h 2888360"/>
                <a:gd name="connsiteX6" fmla="*/ 2396223 w 4934374"/>
                <a:gd name="connsiteY6" fmla="*/ 2476694 h 2888360"/>
                <a:gd name="connsiteX7" fmla="*/ 3525201 w 4934374"/>
                <a:gd name="connsiteY7" fmla="*/ 1970327 h 2888360"/>
                <a:gd name="connsiteX8" fmla="*/ 3662596 w 4934374"/>
                <a:gd name="connsiteY8" fmla="*/ 1869778 h 2888360"/>
                <a:gd name="connsiteX9" fmla="*/ 4287500 w 4934374"/>
                <a:gd name="connsiteY9" fmla="*/ 1344141 h 2888360"/>
                <a:gd name="connsiteX10" fmla="*/ 4498563 w 4934374"/>
                <a:gd name="connsiteY10" fmla="*/ 779635 h 2888360"/>
                <a:gd name="connsiteX11" fmla="*/ 4376239 w 4934374"/>
                <a:gd name="connsiteY11" fmla="*/ 16511 h 2888360"/>
                <a:gd name="connsiteX12" fmla="*/ 4369703 w 4934374"/>
                <a:gd name="connsiteY12" fmla="*/ 0 h 2888360"/>
                <a:gd name="connsiteX13" fmla="*/ 4823642 w 4934374"/>
                <a:gd name="connsiteY13" fmla="*/ 0 h 2888360"/>
                <a:gd name="connsiteX14" fmla="*/ 4850554 w 4934374"/>
                <a:gd name="connsiteY14" fmla="*/ 89409 h 2888360"/>
                <a:gd name="connsiteX15" fmla="*/ 4934374 w 4934374"/>
                <a:gd name="connsiteY15" fmla="*/ 779553 h 2888360"/>
                <a:gd name="connsiteX16" fmla="*/ 3793540 w 4934374"/>
                <a:gd name="connsiteY16" fmla="*/ 2294701 h 2888360"/>
                <a:gd name="connsiteX17" fmla="*/ 2396135 w 4934374"/>
                <a:gd name="connsiteY17" fmla="*/ 2888360 h 2888360"/>
                <a:gd name="connsiteX18" fmla="*/ 548273 w 4934374"/>
                <a:gd name="connsiteY18" fmla="*/ 1884684 h 2888360"/>
                <a:gd name="connsiteX19" fmla="*/ 0 w 4934374"/>
                <a:gd name="connsiteY19" fmla="*/ 779553 h 2888360"/>
                <a:gd name="connsiteX20" fmla="*/ 137335 w 4934374"/>
                <a:gd name="connsiteY20" fmla="*/ 89409 h 2888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4934374" h="2888360">
                  <a:moveTo>
                    <a:pt x="179816" y="0"/>
                  </a:moveTo>
                  <a:lnTo>
                    <a:pt x="666325" y="0"/>
                  </a:lnTo>
                  <a:lnTo>
                    <a:pt x="626038" y="65170"/>
                  </a:lnTo>
                  <a:cubicBezTo>
                    <a:pt x="499976" y="295913"/>
                    <a:pt x="435986" y="536292"/>
                    <a:pt x="435986" y="779635"/>
                  </a:cubicBezTo>
                  <a:cubicBezTo>
                    <a:pt x="435986" y="1024707"/>
                    <a:pt x="538074" y="1167830"/>
                    <a:pt x="750530" y="1443043"/>
                  </a:cubicBezTo>
                  <a:cubicBezTo>
                    <a:pt x="801792" y="1509416"/>
                    <a:pt x="854797" y="1578096"/>
                    <a:pt x="909024" y="1653610"/>
                  </a:cubicBezTo>
                  <a:cubicBezTo>
                    <a:pt x="1323389" y="2230552"/>
                    <a:pt x="1768180" y="2476694"/>
                    <a:pt x="2396223" y="2476694"/>
                  </a:cubicBezTo>
                  <a:cubicBezTo>
                    <a:pt x="2808409" y="2476694"/>
                    <a:pt x="3110835" y="2276173"/>
                    <a:pt x="3525201" y="1970327"/>
                  </a:cubicBezTo>
                  <a:cubicBezTo>
                    <a:pt x="3571493" y="1936152"/>
                    <a:pt x="3617786" y="1902388"/>
                    <a:pt x="3662596" y="1869778"/>
                  </a:cubicBezTo>
                  <a:cubicBezTo>
                    <a:pt x="3905479" y="1692809"/>
                    <a:pt x="4134849" y="1525640"/>
                    <a:pt x="4287500" y="1344141"/>
                  </a:cubicBezTo>
                  <a:cubicBezTo>
                    <a:pt x="4433439" y="1170630"/>
                    <a:pt x="4498563" y="996543"/>
                    <a:pt x="4498563" y="779635"/>
                  </a:cubicBezTo>
                  <a:cubicBezTo>
                    <a:pt x="4498563" y="507799"/>
                    <a:pt x="4456499" y="249674"/>
                    <a:pt x="4376239" y="16511"/>
                  </a:cubicBezTo>
                  <a:lnTo>
                    <a:pt x="4369703" y="0"/>
                  </a:lnTo>
                  <a:lnTo>
                    <a:pt x="4823642" y="0"/>
                  </a:lnTo>
                  <a:lnTo>
                    <a:pt x="4850554" y="89409"/>
                  </a:lnTo>
                  <a:cubicBezTo>
                    <a:pt x="4905864" y="307423"/>
                    <a:pt x="4934374" y="539220"/>
                    <a:pt x="4934374" y="779553"/>
                  </a:cubicBezTo>
                  <a:cubicBezTo>
                    <a:pt x="4934374" y="1521110"/>
                    <a:pt x="4369101" y="1869861"/>
                    <a:pt x="3793540" y="2294701"/>
                  </a:cubicBezTo>
                  <a:cubicBezTo>
                    <a:pt x="3374293" y="2604171"/>
                    <a:pt x="2970389" y="2888360"/>
                    <a:pt x="2396135" y="2888360"/>
                  </a:cubicBezTo>
                  <a:cubicBezTo>
                    <a:pt x="1544564" y="2888360"/>
                    <a:pt x="991670" y="2502058"/>
                    <a:pt x="548273" y="1884684"/>
                  </a:cubicBezTo>
                  <a:cubicBezTo>
                    <a:pt x="282201" y="1514275"/>
                    <a:pt x="0" y="1260227"/>
                    <a:pt x="0" y="779553"/>
                  </a:cubicBezTo>
                  <a:cubicBezTo>
                    <a:pt x="0" y="539220"/>
                    <a:pt x="48876" y="307423"/>
                    <a:pt x="137335" y="8940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73" name="Freeform: Shape 2072">
              <a:extLst>
                <a:ext uri="{FF2B5EF4-FFF2-40B4-BE49-F238E27FC236}">
                  <a16:creationId xmlns:a16="http://schemas.microsoft.com/office/drawing/2014/main" id="{0DC43E93-F81B-4DAE-9F0A-DF9299A8CB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86973" y="0"/>
              <a:ext cx="4934374" cy="2888360"/>
            </a:xfrm>
            <a:custGeom>
              <a:avLst/>
              <a:gdLst>
                <a:gd name="connsiteX0" fmla="*/ 179816 w 4934374"/>
                <a:gd name="connsiteY0" fmla="*/ 0 h 2888360"/>
                <a:gd name="connsiteX1" fmla="*/ 767292 w 4934374"/>
                <a:gd name="connsiteY1" fmla="*/ 0 h 2888360"/>
                <a:gd name="connsiteX2" fmla="*/ 703453 w 4934374"/>
                <a:gd name="connsiteY2" fmla="*/ 102886 h 2888360"/>
                <a:gd name="connsiteX3" fmla="*/ 523079 w 4934374"/>
                <a:gd name="connsiteY3" fmla="*/ 779635 h 2888360"/>
                <a:gd name="connsiteX4" fmla="*/ 820885 w 4934374"/>
                <a:gd name="connsiteY4" fmla="*/ 1394539 h 2888360"/>
                <a:gd name="connsiteX5" fmla="*/ 981122 w 4934374"/>
                <a:gd name="connsiteY5" fmla="*/ 1607412 h 2888360"/>
                <a:gd name="connsiteX6" fmla="*/ 1592426 w 4934374"/>
                <a:gd name="connsiteY6" fmla="*/ 2196871 h 2888360"/>
                <a:gd name="connsiteX7" fmla="*/ 2396135 w 4934374"/>
                <a:gd name="connsiteY7" fmla="*/ 2394345 h 2888360"/>
                <a:gd name="connsiteX8" fmla="*/ 2913111 w 4934374"/>
                <a:gd name="connsiteY8" fmla="*/ 2268597 h 2888360"/>
                <a:gd name="connsiteX9" fmla="*/ 3471411 w 4934374"/>
                <a:gd name="connsiteY9" fmla="*/ 1905518 h 2888360"/>
                <a:gd name="connsiteX10" fmla="*/ 3609242 w 4934374"/>
                <a:gd name="connsiteY10" fmla="*/ 1804640 h 2888360"/>
                <a:gd name="connsiteX11" fmla="*/ 4219151 w 4934374"/>
                <a:gd name="connsiteY11" fmla="*/ 1292919 h 2888360"/>
                <a:gd name="connsiteX12" fmla="*/ 4411295 w 4934374"/>
                <a:gd name="connsiteY12" fmla="*/ 779635 h 2888360"/>
                <a:gd name="connsiteX13" fmla="*/ 4294235 w 4934374"/>
                <a:gd name="connsiteY13" fmla="*/ 44685 h 2888360"/>
                <a:gd name="connsiteX14" fmla="*/ 4276624 w 4934374"/>
                <a:gd name="connsiteY14" fmla="*/ 0 h 2888360"/>
                <a:gd name="connsiteX15" fmla="*/ 4823642 w 4934374"/>
                <a:gd name="connsiteY15" fmla="*/ 0 h 2888360"/>
                <a:gd name="connsiteX16" fmla="*/ 4850554 w 4934374"/>
                <a:gd name="connsiteY16" fmla="*/ 89409 h 2888360"/>
                <a:gd name="connsiteX17" fmla="*/ 4934374 w 4934374"/>
                <a:gd name="connsiteY17" fmla="*/ 779553 h 2888360"/>
                <a:gd name="connsiteX18" fmla="*/ 3793540 w 4934374"/>
                <a:gd name="connsiteY18" fmla="*/ 2294701 h 2888360"/>
                <a:gd name="connsiteX19" fmla="*/ 2396135 w 4934374"/>
                <a:gd name="connsiteY19" fmla="*/ 2888360 h 2888360"/>
                <a:gd name="connsiteX20" fmla="*/ 548273 w 4934374"/>
                <a:gd name="connsiteY20" fmla="*/ 1884684 h 2888360"/>
                <a:gd name="connsiteX21" fmla="*/ 0 w 4934374"/>
                <a:gd name="connsiteY21" fmla="*/ 779553 h 2888360"/>
                <a:gd name="connsiteX22" fmla="*/ 137335 w 4934374"/>
                <a:gd name="connsiteY22" fmla="*/ 89409 h 2888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4934374" h="2888360">
                  <a:moveTo>
                    <a:pt x="179816" y="0"/>
                  </a:moveTo>
                  <a:lnTo>
                    <a:pt x="767292" y="0"/>
                  </a:lnTo>
                  <a:lnTo>
                    <a:pt x="703453" y="102886"/>
                  </a:lnTo>
                  <a:cubicBezTo>
                    <a:pt x="583756" y="321853"/>
                    <a:pt x="523079" y="549550"/>
                    <a:pt x="523079" y="779635"/>
                  </a:cubicBezTo>
                  <a:cubicBezTo>
                    <a:pt x="523079" y="999508"/>
                    <a:pt x="614356" y="1127068"/>
                    <a:pt x="820885" y="1394539"/>
                  </a:cubicBezTo>
                  <a:cubicBezTo>
                    <a:pt x="872582" y="1461489"/>
                    <a:pt x="926023" y="1530745"/>
                    <a:pt x="981122" y="1607412"/>
                  </a:cubicBezTo>
                  <a:cubicBezTo>
                    <a:pt x="1175968" y="1878671"/>
                    <a:pt x="1375871" y="2071535"/>
                    <a:pt x="1592426" y="2196871"/>
                  </a:cubicBezTo>
                  <a:cubicBezTo>
                    <a:pt x="1821970" y="2329783"/>
                    <a:pt x="2084904" y="2394345"/>
                    <a:pt x="2396135" y="2394345"/>
                  </a:cubicBezTo>
                  <a:cubicBezTo>
                    <a:pt x="2572762" y="2394345"/>
                    <a:pt x="2737009" y="2354405"/>
                    <a:pt x="2913111" y="2268597"/>
                  </a:cubicBezTo>
                  <a:cubicBezTo>
                    <a:pt x="3093922" y="2180483"/>
                    <a:pt x="3272903" y="2052018"/>
                    <a:pt x="3471411" y="1905518"/>
                  </a:cubicBezTo>
                  <a:cubicBezTo>
                    <a:pt x="3517964" y="1871178"/>
                    <a:pt x="3564344" y="1837332"/>
                    <a:pt x="3609242" y="1804640"/>
                  </a:cubicBezTo>
                  <a:cubicBezTo>
                    <a:pt x="3847765" y="1630800"/>
                    <a:pt x="4073038" y="1466594"/>
                    <a:pt x="4219151" y="1292919"/>
                  </a:cubicBezTo>
                  <a:cubicBezTo>
                    <a:pt x="4353843" y="1132832"/>
                    <a:pt x="4411295" y="979332"/>
                    <a:pt x="4411295" y="779635"/>
                  </a:cubicBezTo>
                  <a:cubicBezTo>
                    <a:pt x="4411295" y="517475"/>
                    <a:pt x="4371040" y="268882"/>
                    <a:pt x="4294235" y="44685"/>
                  </a:cubicBezTo>
                  <a:lnTo>
                    <a:pt x="4276624" y="0"/>
                  </a:lnTo>
                  <a:lnTo>
                    <a:pt x="4823642" y="0"/>
                  </a:lnTo>
                  <a:lnTo>
                    <a:pt x="4850554" y="89409"/>
                  </a:lnTo>
                  <a:cubicBezTo>
                    <a:pt x="4905864" y="307423"/>
                    <a:pt x="4934374" y="539220"/>
                    <a:pt x="4934374" y="779553"/>
                  </a:cubicBezTo>
                  <a:cubicBezTo>
                    <a:pt x="4934374" y="1521110"/>
                    <a:pt x="4369101" y="1869861"/>
                    <a:pt x="3793540" y="2294701"/>
                  </a:cubicBezTo>
                  <a:cubicBezTo>
                    <a:pt x="3374293" y="2604171"/>
                    <a:pt x="2970389" y="2888360"/>
                    <a:pt x="2396135" y="2888360"/>
                  </a:cubicBezTo>
                  <a:cubicBezTo>
                    <a:pt x="1544564" y="2888360"/>
                    <a:pt x="991670" y="2502058"/>
                    <a:pt x="548273" y="1884684"/>
                  </a:cubicBezTo>
                  <a:cubicBezTo>
                    <a:pt x="282201" y="1514275"/>
                    <a:pt x="0" y="1260227"/>
                    <a:pt x="0" y="779553"/>
                  </a:cubicBezTo>
                  <a:cubicBezTo>
                    <a:pt x="0" y="539220"/>
                    <a:pt x="48876" y="307423"/>
                    <a:pt x="137335" y="8940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74" name="Freeform: Shape 2073">
              <a:extLst>
                <a:ext uri="{FF2B5EF4-FFF2-40B4-BE49-F238E27FC236}">
                  <a16:creationId xmlns:a16="http://schemas.microsoft.com/office/drawing/2014/main" id="{A2EECE7B-E861-4242-BD71-ADD8F2DD3E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7711" y="0"/>
              <a:ext cx="5069918" cy="3133064"/>
            </a:xfrm>
            <a:custGeom>
              <a:avLst/>
              <a:gdLst>
                <a:gd name="connsiteX0" fmla="*/ 153448 w 5069918"/>
                <a:gd name="connsiteY0" fmla="*/ 0 h 3133064"/>
                <a:gd name="connsiteX1" fmla="*/ 215434 w 5069918"/>
                <a:gd name="connsiteY1" fmla="*/ 0 h 3133064"/>
                <a:gd name="connsiteX2" fmla="*/ 215073 w 5069918"/>
                <a:gd name="connsiteY2" fmla="*/ 727 h 3133064"/>
                <a:gd name="connsiteX3" fmla="*/ 202868 w 5069918"/>
                <a:gd name="connsiteY3" fmla="*/ 26255 h 3133064"/>
                <a:gd name="connsiteX4" fmla="*/ 191273 w 5069918"/>
                <a:gd name="connsiteY4" fmla="*/ 52030 h 3133064"/>
                <a:gd name="connsiteX5" fmla="*/ 169129 w 5069918"/>
                <a:gd name="connsiteY5" fmla="*/ 103993 h 3133064"/>
                <a:gd name="connsiteX6" fmla="*/ 148381 w 5069918"/>
                <a:gd name="connsiteY6" fmla="*/ 156532 h 3133064"/>
                <a:gd name="connsiteX7" fmla="*/ 80903 w 5069918"/>
                <a:gd name="connsiteY7" fmla="*/ 371711 h 3133064"/>
                <a:gd name="connsiteX8" fmla="*/ 26154 w 5069918"/>
                <a:gd name="connsiteY8" fmla="*/ 817551 h 3133064"/>
                <a:gd name="connsiteX9" fmla="*/ 49169 w 5069918"/>
                <a:gd name="connsiteY9" fmla="*/ 1040143 h 3133064"/>
                <a:gd name="connsiteX10" fmla="*/ 119437 w 5069918"/>
                <a:gd name="connsiteY10" fmla="*/ 1253016 h 3133064"/>
                <a:gd name="connsiteX11" fmla="*/ 143672 w 5069918"/>
                <a:gd name="connsiteY11" fmla="*/ 1303908 h 3133064"/>
                <a:gd name="connsiteX12" fmla="*/ 170611 w 5069918"/>
                <a:gd name="connsiteY12" fmla="*/ 1353648 h 3133064"/>
                <a:gd name="connsiteX13" fmla="*/ 230330 w 5069918"/>
                <a:gd name="connsiteY13" fmla="*/ 1450079 h 3133064"/>
                <a:gd name="connsiteX14" fmla="*/ 279545 w 5069918"/>
                <a:gd name="connsiteY14" fmla="*/ 1519627 h 3133064"/>
                <a:gd name="connsiteX15" fmla="*/ 228347 w 5069918"/>
                <a:gd name="connsiteY15" fmla="*/ 1437024 h 3133064"/>
                <a:gd name="connsiteX16" fmla="*/ 175168 w 5069918"/>
                <a:gd name="connsiteY16" fmla="*/ 1336146 h 3133064"/>
                <a:gd name="connsiteX17" fmla="*/ 130009 w 5069918"/>
                <a:gd name="connsiteY17" fmla="*/ 1230573 h 3133064"/>
                <a:gd name="connsiteX18" fmla="*/ 95398 w 5069918"/>
                <a:gd name="connsiteY18" fmla="*/ 1121049 h 3133064"/>
                <a:gd name="connsiteX19" fmla="*/ 82496 w 5069918"/>
                <a:gd name="connsiteY19" fmla="*/ 1065216 h 3133064"/>
                <a:gd name="connsiteX20" fmla="*/ 76829 w 5069918"/>
                <a:gd name="connsiteY20" fmla="*/ 1037216 h 3133064"/>
                <a:gd name="connsiteX21" fmla="*/ 72121 w 5069918"/>
                <a:gd name="connsiteY21" fmla="*/ 1009135 h 3133064"/>
                <a:gd name="connsiteX22" fmla="*/ 54685 w 5069918"/>
                <a:gd name="connsiteY22" fmla="*/ 784156 h 3133064"/>
                <a:gd name="connsiteX23" fmla="*/ 103070 w 5069918"/>
                <a:gd name="connsiteY23" fmla="*/ 345810 h 3133064"/>
                <a:gd name="connsiteX24" fmla="*/ 163159 w 5069918"/>
                <a:gd name="connsiteY24" fmla="*/ 132051 h 3133064"/>
                <a:gd name="connsiteX25" fmla="*/ 217797 w 5069918"/>
                <a:gd name="connsiteY25" fmla="*/ 0 h 3133064"/>
                <a:gd name="connsiteX26" fmla="*/ 848227 w 5069918"/>
                <a:gd name="connsiteY26" fmla="*/ 0 h 3133064"/>
                <a:gd name="connsiteX27" fmla="*/ 771226 w 5069918"/>
                <a:gd name="connsiteY27" fmla="*/ 124098 h 3133064"/>
                <a:gd name="connsiteX28" fmla="*/ 590852 w 5069918"/>
                <a:gd name="connsiteY28" fmla="*/ 800847 h 3133064"/>
                <a:gd name="connsiteX29" fmla="*/ 888658 w 5069918"/>
                <a:gd name="connsiteY29" fmla="*/ 1415751 h 3133064"/>
                <a:gd name="connsiteX30" fmla="*/ 1048895 w 5069918"/>
                <a:gd name="connsiteY30" fmla="*/ 1628624 h 3133064"/>
                <a:gd name="connsiteX31" fmla="*/ 1660199 w 5069918"/>
                <a:gd name="connsiteY31" fmla="*/ 2218083 h 3133064"/>
                <a:gd name="connsiteX32" fmla="*/ 2463908 w 5069918"/>
                <a:gd name="connsiteY32" fmla="*/ 2415557 h 3133064"/>
                <a:gd name="connsiteX33" fmla="*/ 2980884 w 5069918"/>
                <a:gd name="connsiteY33" fmla="*/ 2289809 h 3133064"/>
                <a:gd name="connsiteX34" fmla="*/ 3539184 w 5069918"/>
                <a:gd name="connsiteY34" fmla="*/ 1926730 h 3133064"/>
                <a:gd name="connsiteX35" fmla="*/ 3677015 w 5069918"/>
                <a:gd name="connsiteY35" fmla="*/ 1825852 h 3133064"/>
                <a:gd name="connsiteX36" fmla="*/ 4286924 w 5069918"/>
                <a:gd name="connsiteY36" fmla="*/ 1314131 h 3133064"/>
                <a:gd name="connsiteX37" fmla="*/ 4479068 w 5069918"/>
                <a:gd name="connsiteY37" fmla="*/ 800847 h 3133064"/>
                <a:gd name="connsiteX38" fmla="*/ 4362007 w 5069918"/>
                <a:gd name="connsiteY38" fmla="*/ 65898 h 3133064"/>
                <a:gd name="connsiteX39" fmla="*/ 4336037 w 5069918"/>
                <a:gd name="connsiteY39" fmla="*/ 0 h 3133064"/>
                <a:gd name="connsiteX40" fmla="*/ 4913604 w 5069918"/>
                <a:gd name="connsiteY40" fmla="*/ 0 h 3133064"/>
                <a:gd name="connsiteX41" fmla="*/ 4930823 w 5069918"/>
                <a:gd name="connsiteY41" fmla="*/ 66892 h 3133064"/>
                <a:gd name="connsiteX42" fmla="*/ 4940407 w 5069918"/>
                <a:gd name="connsiteY42" fmla="*/ 125535 h 3133064"/>
                <a:gd name="connsiteX43" fmla="*/ 4982006 w 5069918"/>
                <a:gd name="connsiteY43" fmla="*/ 278378 h 3133064"/>
                <a:gd name="connsiteX44" fmla="*/ 5027482 w 5069918"/>
                <a:gd name="connsiteY44" fmla="*/ 504952 h 3133064"/>
                <a:gd name="connsiteX45" fmla="*/ 5058082 w 5069918"/>
                <a:gd name="connsiteY45" fmla="*/ 734049 h 3133064"/>
                <a:gd name="connsiteX46" fmla="*/ 5063486 w 5069918"/>
                <a:gd name="connsiteY46" fmla="*/ 791612 h 3133064"/>
                <a:gd name="connsiteX47" fmla="*/ 5067846 w 5069918"/>
                <a:gd name="connsiteY47" fmla="*/ 850245 h 3133064"/>
                <a:gd name="connsiteX48" fmla="*/ 5069414 w 5069918"/>
                <a:gd name="connsiteY48" fmla="*/ 969733 h 3133064"/>
                <a:gd name="connsiteX49" fmla="*/ 5040732 w 5069918"/>
                <a:gd name="connsiteY49" fmla="*/ 1209783 h 3133064"/>
                <a:gd name="connsiteX50" fmla="*/ 4964102 w 5069918"/>
                <a:gd name="connsiteY50" fmla="*/ 1442832 h 3133064"/>
                <a:gd name="connsiteX51" fmla="*/ 4689486 w 5069918"/>
                <a:gd name="connsiteY51" fmla="*/ 1849969 h 3133064"/>
                <a:gd name="connsiteX52" fmla="*/ 4333792 w 5069918"/>
                <a:gd name="connsiteY52" fmla="*/ 2176567 h 3133064"/>
                <a:gd name="connsiteX53" fmla="*/ 3965196 w 5069918"/>
                <a:gd name="connsiteY53" fmla="*/ 2468002 h 3133064"/>
                <a:gd name="connsiteX54" fmla="*/ 3873745 w 5069918"/>
                <a:gd name="connsiteY54" fmla="*/ 2541128 h 3133064"/>
                <a:gd name="connsiteX55" fmla="*/ 3779416 w 5069918"/>
                <a:gd name="connsiteY55" fmla="*/ 2614666 h 3133064"/>
                <a:gd name="connsiteX56" fmla="*/ 3582739 w 5069918"/>
                <a:gd name="connsiteY56" fmla="*/ 2756555 h 3133064"/>
                <a:gd name="connsiteX57" fmla="*/ 3371851 w 5069918"/>
                <a:gd name="connsiteY57" fmla="*/ 2886338 h 3133064"/>
                <a:gd name="connsiteX58" fmla="*/ 3143614 w 5069918"/>
                <a:gd name="connsiteY58" fmla="*/ 2995780 h 3133064"/>
                <a:gd name="connsiteX59" fmla="*/ 2643552 w 5069918"/>
                <a:gd name="connsiteY59" fmla="*/ 3122516 h 3133064"/>
                <a:gd name="connsiteX60" fmla="*/ 2514264 w 5069918"/>
                <a:gd name="connsiteY60" fmla="*/ 3131657 h 3133064"/>
                <a:gd name="connsiteX61" fmla="*/ 2481920 w 5069918"/>
                <a:gd name="connsiteY61" fmla="*/ 3132810 h 3133064"/>
                <a:gd name="connsiteX62" fmla="*/ 2449664 w 5069918"/>
                <a:gd name="connsiteY62" fmla="*/ 3132975 h 3133064"/>
                <a:gd name="connsiteX63" fmla="*/ 2386284 w 5069918"/>
                <a:gd name="connsiteY63" fmla="*/ 3132234 h 3133064"/>
                <a:gd name="connsiteX64" fmla="*/ 2260658 w 5069918"/>
                <a:gd name="connsiteY64" fmla="*/ 3127292 h 3133064"/>
                <a:gd name="connsiteX65" fmla="*/ 2134945 w 5069918"/>
                <a:gd name="connsiteY65" fmla="*/ 3115928 h 3133064"/>
                <a:gd name="connsiteX66" fmla="*/ 1884564 w 5069918"/>
                <a:gd name="connsiteY66" fmla="*/ 3075412 h 3133064"/>
                <a:gd name="connsiteX67" fmla="*/ 1639764 w 5069918"/>
                <a:gd name="connsiteY67" fmla="*/ 3005498 h 3133064"/>
                <a:gd name="connsiteX68" fmla="*/ 1407081 w 5069918"/>
                <a:gd name="connsiteY68" fmla="*/ 2904125 h 3133064"/>
                <a:gd name="connsiteX69" fmla="*/ 1193491 w 5069918"/>
                <a:gd name="connsiteY69" fmla="*/ 2772201 h 3133064"/>
                <a:gd name="connsiteX70" fmla="*/ 836141 w 5069918"/>
                <a:gd name="connsiteY70" fmla="*/ 2439839 h 3133064"/>
                <a:gd name="connsiteX71" fmla="*/ 690812 w 5069918"/>
                <a:gd name="connsiteY71" fmla="*/ 2251422 h 3133064"/>
                <a:gd name="connsiteX72" fmla="*/ 562397 w 5069918"/>
                <a:gd name="connsiteY72" fmla="*/ 2054937 h 3133064"/>
                <a:gd name="connsiteX73" fmla="*/ 502504 w 5069918"/>
                <a:gd name="connsiteY73" fmla="*/ 1957435 h 3133064"/>
                <a:gd name="connsiteX74" fmla="*/ 440258 w 5069918"/>
                <a:gd name="connsiteY74" fmla="*/ 1861580 h 3133064"/>
                <a:gd name="connsiteX75" fmla="*/ 310360 w 5069918"/>
                <a:gd name="connsiteY75" fmla="*/ 1670693 h 3133064"/>
                <a:gd name="connsiteX76" fmla="*/ 246806 w 5069918"/>
                <a:gd name="connsiteY76" fmla="*/ 1573603 h 3133064"/>
                <a:gd name="connsiteX77" fmla="*/ 186303 w 5069918"/>
                <a:gd name="connsiteY77" fmla="*/ 1474372 h 3133064"/>
                <a:gd name="connsiteX78" fmla="*/ 84390 w 5069918"/>
                <a:gd name="connsiteY78" fmla="*/ 1266192 h 3133064"/>
                <a:gd name="connsiteX79" fmla="*/ 20139 w 5069918"/>
                <a:gd name="connsiteY79" fmla="*/ 1045249 h 3133064"/>
                <a:gd name="connsiteX80" fmla="*/ 0 w 5069918"/>
                <a:gd name="connsiteY80" fmla="*/ 817551 h 3133064"/>
                <a:gd name="connsiteX81" fmla="*/ 102773 w 5069918"/>
                <a:gd name="connsiteY81" fmla="*/ 142588 h 31330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069918" h="3133064">
                  <a:moveTo>
                    <a:pt x="153448" y="0"/>
                  </a:moveTo>
                  <a:lnTo>
                    <a:pt x="215434" y="0"/>
                  </a:lnTo>
                  <a:lnTo>
                    <a:pt x="215073" y="727"/>
                  </a:lnTo>
                  <a:lnTo>
                    <a:pt x="202868" y="26255"/>
                  </a:lnTo>
                  <a:lnTo>
                    <a:pt x="191273" y="52030"/>
                  </a:lnTo>
                  <a:cubicBezTo>
                    <a:pt x="183688" y="69241"/>
                    <a:pt x="176016" y="86452"/>
                    <a:pt x="169129" y="103993"/>
                  </a:cubicBezTo>
                  <a:cubicBezTo>
                    <a:pt x="162242" y="121533"/>
                    <a:pt x="154658" y="138827"/>
                    <a:pt x="148381" y="156532"/>
                  </a:cubicBezTo>
                  <a:cubicBezTo>
                    <a:pt x="121529" y="226858"/>
                    <a:pt x="98775" y="298667"/>
                    <a:pt x="80903" y="371711"/>
                  </a:cubicBezTo>
                  <a:cubicBezTo>
                    <a:pt x="44636" y="517470"/>
                    <a:pt x="26067" y="667511"/>
                    <a:pt x="26154" y="817551"/>
                  </a:cubicBezTo>
                  <a:cubicBezTo>
                    <a:pt x="26589" y="892326"/>
                    <a:pt x="34000" y="966934"/>
                    <a:pt x="49169" y="1040143"/>
                  </a:cubicBezTo>
                  <a:cubicBezTo>
                    <a:pt x="65123" y="1113187"/>
                    <a:pt x="88226" y="1184666"/>
                    <a:pt x="119437" y="1253016"/>
                  </a:cubicBezTo>
                  <a:cubicBezTo>
                    <a:pt x="126847" y="1270228"/>
                    <a:pt x="135478" y="1287027"/>
                    <a:pt x="143672" y="1303908"/>
                  </a:cubicBezTo>
                  <a:cubicBezTo>
                    <a:pt x="152565" y="1320543"/>
                    <a:pt x="161021" y="1337342"/>
                    <a:pt x="170611" y="1353648"/>
                  </a:cubicBezTo>
                  <a:cubicBezTo>
                    <a:pt x="188919" y="1386587"/>
                    <a:pt x="209319" y="1418539"/>
                    <a:pt x="230330" y="1450079"/>
                  </a:cubicBezTo>
                  <a:lnTo>
                    <a:pt x="279545" y="1519627"/>
                  </a:lnTo>
                  <a:lnTo>
                    <a:pt x="228347" y="1437024"/>
                  </a:lnTo>
                  <a:cubicBezTo>
                    <a:pt x="209690" y="1404084"/>
                    <a:pt x="191645" y="1370567"/>
                    <a:pt x="175168" y="1336146"/>
                  </a:cubicBezTo>
                  <a:cubicBezTo>
                    <a:pt x="158778" y="1301641"/>
                    <a:pt x="143522" y="1266478"/>
                    <a:pt x="130009" y="1230573"/>
                  </a:cubicBezTo>
                  <a:cubicBezTo>
                    <a:pt x="116757" y="1194587"/>
                    <a:pt x="104988" y="1158105"/>
                    <a:pt x="95398" y="1121049"/>
                  </a:cubicBezTo>
                  <a:cubicBezTo>
                    <a:pt x="90865" y="1102520"/>
                    <a:pt x="86245" y="1083909"/>
                    <a:pt x="82496" y="1065216"/>
                  </a:cubicBezTo>
                  <a:lnTo>
                    <a:pt x="76829" y="1037216"/>
                  </a:lnTo>
                  <a:lnTo>
                    <a:pt x="72121" y="1009135"/>
                  </a:lnTo>
                  <a:cubicBezTo>
                    <a:pt x="59829" y="934198"/>
                    <a:pt x="54685" y="858847"/>
                    <a:pt x="54685" y="784156"/>
                  </a:cubicBezTo>
                  <a:cubicBezTo>
                    <a:pt x="55033" y="637163"/>
                    <a:pt x="71337" y="490169"/>
                    <a:pt x="103070" y="345810"/>
                  </a:cubicBezTo>
                  <a:cubicBezTo>
                    <a:pt x="118894" y="273671"/>
                    <a:pt x="138923" y="202233"/>
                    <a:pt x="163159" y="132051"/>
                  </a:cubicBezTo>
                  <a:lnTo>
                    <a:pt x="217797" y="0"/>
                  </a:lnTo>
                  <a:lnTo>
                    <a:pt x="848227" y="0"/>
                  </a:lnTo>
                  <a:lnTo>
                    <a:pt x="771226" y="124098"/>
                  </a:lnTo>
                  <a:cubicBezTo>
                    <a:pt x="651529" y="343066"/>
                    <a:pt x="590852" y="570762"/>
                    <a:pt x="590852" y="800847"/>
                  </a:cubicBezTo>
                  <a:cubicBezTo>
                    <a:pt x="590852" y="1020720"/>
                    <a:pt x="682129" y="1148280"/>
                    <a:pt x="888658" y="1415751"/>
                  </a:cubicBezTo>
                  <a:cubicBezTo>
                    <a:pt x="940355" y="1482701"/>
                    <a:pt x="993796" y="1551957"/>
                    <a:pt x="1048895" y="1628624"/>
                  </a:cubicBezTo>
                  <a:cubicBezTo>
                    <a:pt x="1243741" y="1899883"/>
                    <a:pt x="1443644" y="2092747"/>
                    <a:pt x="1660199" y="2218083"/>
                  </a:cubicBezTo>
                  <a:cubicBezTo>
                    <a:pt x="1889743" y="2350995"/>
                    <a:pt x="2152677" y="2415557"/>
                    <a:pt x="2463908" y="2415557"/>
                  </a:cubicBezTo>
                  <a:cubicBezTo>
                    <a:pt x="2640535" y="2415557"/>
                    <a:pt x="2804782" y="2375617"/>
                    <a:pt x="2980884" y="2289809"/>
                  </a:cubicBezTo>
                  <a:cubicBezTo>
                    <a:pt x="3161695" y="2201695"/>
                    <a:pt x="3340676" y="2073230"/>
                    <a:pt x="3539184" y="1926730"/>
                  </a:cubicBezTo>
                  <a:cubicBezTo>
                    <a:pt x="3585737" y="1892390"/>
                    <a:pt x="3632117" y="1858544"/>
                    <a:pt x="3677015" y="1825852"/>
                  </a:cubicBezTo>
                  <a:cubicBezTo>
                    <a:pt x="3915538" y="1652012"/>
                    <a:pt x="4140811" y="1487806"/>
                    <a:pt x="4286924" y="1314131"/>
                  </a:cubicBezTo>
                  <a:cubicBezTo>
                    <a:pt x="4421616" y="1154044"/>
                    <a:pt x="4479068" y="1000544"/>
                    <a:pt x="4479068" y="800847"/>
                  </a:cubicBezTo>
                  <a:cubicBezTo>
                    <a:pt x="4479068" y="538687"/>
                    <a:pt x="4438813" y="290094"/>
                    <a:pt x="4362007" y="65898"/>
                  </a:cubicBezTo>
                  <a:lnTo>
                    <a:pt x="4336037" y="0"/>
                  </a:lnTo>
                  <a:lnTo>
                    <a:pt x="4913604" y="0"/>
                  </a:lnTo>
                  <a:lnTo>
                    <a:pt x="4930823" y="66892"/>
                  </a:lnTo>
                  <a:lnTo>
                    <a:pt x="4940407" y="125535"/>
                  </a:lnTo>
                  <a:lnTo>
                    <a:pt x="4982006" y="278378"/>
                  </a:lnTo>
                  <a:cubicBezTo>
                    <a:pt x="4999758" y="353368"/>
                    <a:pt x="5014971" y="428944"/>
                    <a:pt x="5027482" y="504952"/>
                  </a:cubicBezTo>
                  <a:cubicBezTo>
                    <a:pt x="5040123" y="580961"/>
                    <a:pt x="5050323" y="657382"/>
                    <a:pt x="5058082" y="734049"/>
                  </a:cubicBezTo>
                  <a:cubicBezTo>
                    <a:pt x="5060261" y="753237"/>
                    <a:pt x="5061743" y="772425"/>
                    <a:pt x="5063486" y="791612"/>
                  </a:cubicBezTo>
                  <a:cubicBezTo>
                    <a:pt x="5065318" y="810552"/>
                    <a:pt x="5066625" y="830398"/>
                    <a:pt x="5067846" y="850245"/>
                  </a:cubicBezTo>
                  <a:cubicBezTo>
                    <a:pt x="5069851" y="889855"/>
                    <a:pt x="5070461" y="929712"/>
                    <a:pt x="5069414" y="969733"/>
                  </a:cubicBezTo>
                  <a:cubicBezTo>
                    <a:pt x="5067060" y="1049695"/>
                    <a:pt x="5057820" y="1130233"/>
                    <a:pt x="5040732" y="1209783"/>
                  </a:cubicBezTo>
                  <a:cubicBezTo>
                    <a:pt x="5023123" y="1289250"/>
                    <a:pt x="4997578" y="1367647"/>
                    <a:pt x="4964102" y="1442832"/>
                  </a:cubicBezTo>
                  <a:cubicBezTo>
                    <a:pt x="4897409" y="1593697"/>
                    <a:pt x="4799942" y="1730232"/>
                    <a:pt x="4689486" y="1849969"/>
                  </a:cubicBezTo>
                  <a:cubicBezTo>
                    <a:pt x="4579116" y="1970446"/>
                    <a:pt x="4456716" y="2076100"/>
                    <a:pt x="4333792" y="2176567"/>
                  </a:cubicBezTo>
                  <a:cubicBezTo>
                    <a:pt x="4210520" y="2276869"/>
                    <a:pt x="4085853" y="2371736"/>
                    <a:pt x="3965196" y="2468002"/>
                  </a:cubicBezTo>
                  <a:lnTo>
                    <a:pt x="3873745" y="2541128"/>
                  </a:lnTo>
                  <a:cubicBezTo>
                    <a:pt x="3842621" y="2565751"/>
                    <a:pt x="3811324" y="2590374"/>
                    <a:pt x="3779416" y="2614666"/>
                  </a:cubicBezTo>
                  <a:cubicBezTo>
                    <a:pt x="3715862" y="2663335"/>
                    <a:pt x="3650652" y="2711016"/>
                    <a:pt x="3582739" y="2756555"/>
                  </a:cubicBezTo>
                  <a:cubicBezTo>
                    <a:pt x="3514913" y="2802012"/>
                    <a:pt x="3445170" y="2846151"/>
                    <a:pt x="3371851" y="2886338"/>
                  </a:cubicBezTo>
                  <a:cubicBezTo>
                    <a:pt x="3298533" y="2926442"/>
                    <a:pt x="3222687" y="2963664"/>
                    <a:pt x="3143614" y="2995780"/>
                  </a:cubicBezTo>
                  <a:cubicBezTo>
                    <a:pt x="2985994" y="3060837"/>
                    <a:pt x="2815732" y="3104317"/>
                    <a:pt x="2643552" y="3122516"/>
                  </a:cubicBezTo>
                  <a:cubicBezTo>
                    <a:pt x="2600484" y="3126799"/>
                    <a:pt x="2557331" y="3130258"/>
                    <a:pt x="2514264" y="3131657"/>
                  </a:cubicBezTo>
                  <a:lnTo>
                    <a:pt x="2481920" y="3132810"/>
                  </a:lnTo>
                  <a:lnTo>
                    <a:pt x="2449664" y="3132975"/>
                  </a:lnTo>
                  <a:cubicBezTo>
                    <a:pt x="2427868" y="3133304"/>
                    <a:pt x="2407207" y="3132646"/>
                    <a:pt x="2386284" y="3132234"/>
                  </a:cubicBezTo>
                  <a:cubicBezTo>
                    <a:pt x="2344524" y="3131740"/>
                    <a:pt x="2302505" y="3129352"/>
                    <a:pt x="2260658" y="3127292"/>
                  </a:cubicBezTo>
                  <a:cubicBezTo>
                    <a:pt x="2218725" y="3123999"/>
                    <a:pt x="2176791" y="3120952"/>
                    <a:pt x="2134945" y="3115928"/>
                  </a:cubicBezTo>
                  <a:cubicBezTo>
                    <a:pt x="2051165" y="3106458"/>
                    <a:pt x="1967473" y="3093529"/>
                    <a:pt x="1884564" y="3075412"/>
                  </a:cubicBezTo>
                  <a:cubicBezTo>
                    <a:pt x="1801657" y="3057296"/>
                    <a:pt x="1719708" y="3033990"/>
                    <a:pt x="1639764" y="3005498"/>
                  </a:cubicBezTo>
                  <a:cubicBezTo>
                    <a:pt x="1559820" y="2976922"/>
                    <a:pt x="1481969" y="2942830"/>
                    <a:pt x="1407081" y="2904125"/>
                  </a:cubicBezTo>
                  <a:cubicBezTo>
                    <a:pt x="1332455" y="2864845"/>
                    <a:pt x="1260794" y="2820953"/>
                    <a:pt x="1193491" y="2772201"/>
                  </a:cubicBezTo>
                  <a:cubicBezTo>
                    <a:pt x="1058362" y="2675194"/>
                    <a:pt x="939973" y="2561469"/>
                    <a:pt x="836141" y="2439839"/>
                  </a:cubicBezTo>
                  <a:cubicBezTo>
                    <a:pt x="784444" y="2378735"/>
                    <a:pt x="736321" y="2315656"/>
                    <a:pt x="690812" y="2251422"/>
                  </a:cubicBezTo>
                  <a:cubicBezTo>
                    <a:pt x="645217" y="2187190"/>
                    <a:pt x="602674" y="2121557"/>
                    <a:pt x="562397" y="2054937"/>
                  </a:cubicBezTo>
                  <a:cubicBezTo>
                    <a:pt x="541823" y="2021256"/>
                    <a:pt x="522992" y="1989716"/>
                    <a:pt x="502504" y="1957435"/>
                  </a:cubicBezTo>
                  <a:cubicBezTo>
                    <a:pt x="482192" y="1925401"/>
                    <a:pt x="461530" y="1893367"/>
                    <a:pt x="440258" y="1861580"/>
                  </a:cubicBezTo>
                  <a:lnTo>
                    <a:pt x="310360" y="1670693"/>
                  </a:lnTo>
                  <a:cubicBezTo>
                    <a:pt x="288826" y="1638577"/>
                    <a:pt x="267555" y="1606296"/>
                    <a:pt x="246806" y="1573603"/>
                  </a:cubicBezTo>
                  <a:cubicBezTo>
                    <a:pt x="226057" y="1540910"/>
                    <a:pt x="205483" y="1508135"/>
                    <a:pt x="186303" y="1474372"/>
                  </a:cubicBezTo>
                  <a:cubicBezTo>
                    <a:pt x="147857" y="1407174"/>
                    <a:pt x="112550" y="1338002"/>
                    <a:pt x="84390" y="1266192"/>
                  </a:cubicBezTo>
                  <a:cubicBezTo>
                    <a:pt x="55708" y="1194630"/>
                    <a:pt x="34436" y="1120434"/>
                    <a:pt x="20139" y="1045249"/>
                  </a:cubicBezTo>
                  <a:cubicBezTo>
                    <a:pt x="6452" y="970064"/>
                    <a:pt x="0" y="893725"/>
                    <a:pt x="0" y="817551"/>
                  </a:cubicBezTo>
                  <a:cubicBezTo>
                    <a:pt x="850" y="589772"/>
                    <a:pt x="36028" y="362457"/>
                    <a:pt x="102773" y="14258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4" name="Picture 2" descr="Logo Volkshochschule Dresden">
            <a:extLst>
              <a:ext uri="{FF2B5EF4-FFF2-40B4-BE49-F238E27FC236}">
                <a16:creationId xmlns:a16="http://schemas.microsoft.com/office/drawing/2014/main" id="{0A729DCD-1DB5-C15E-9268-D981CB5CD0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475305" y="657939"/>
            <a:ext cx="2378315" cy="5832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>
            <a:extLst>
              <a:ext uri="{FF2B5EF4-FFF2-40B4-BE49-F238E27FC236}">
                <a16:creationId xmlns:a16="http://schemas.microsoft.com/office/drawing/2014/main" id="{6CE51ABE-4FD0-3E99-1016-AD7C47DF71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731653" y="3918973"/>
            <a:ext cx="2843972" cy="26252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121885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8">
            <a:extLst>
              <a:ext uri="{FF2B5EF4-FFF2-40B4-BE49-F238E27FC236}">
                <a16:creationId xmlns:a16="http://schemas.microsoft.com/office/drawing/2014/main" id="{860B7B5E-CFD4-4B46-AE72-BB39D8162C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372" y="161041"/>
            <a:ext cx="662832" cy="6118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B7185139-7367-024F-88F0-B3FAD510E2CA}"/>
              </a:ext>
            </a:extLst>
          </p:cNvPr>
          <p:cNvSpPr>
            <a:spLocks noChangeAspect="1"/>
          </p:cNvSpPr>
          <p:nvPr/>
        </p:nvSpPr>
        <p:spPr>
          <a:xfrm>
            <a:off x="2521226" y="2227312"/>
            <a:ext cx="2607999" cy="2344688"/>
          </a:xfrm>
          <a:prstGeom prst="ellipse">
            <a:avLst/>
          </a:prstGeom>
          <a:ln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Source-Code-Verwaltung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4166197-15CA-3044-AAF1-E0786BFC4FBC}"/>
              </a:ext>
            </a:extLst>
          </p:cNvPr>
          <p:cNvSpPr>
            <a:spLocks noChangeAspect="1"/>
          </p:cNvSpPr>
          <p:nvPr/>
        </p:nvSpPr>
        <p:spPr>
          <a:xfrm>
            <a:off x="1160962" y="1214790"/>
            <a:ext cx="2096268" cy="2025044"/>
          </a:xfrm>
          <a:prstGeom prst="ellips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Management</a:t>
            </a:r>
          </a:p>
          <a:p>
            <a:pPr algn="ctr"/>
            <a:r>
              <a:rPr lang="de-DE" dirty="0"/>
              <a:t>Projekt-Analyse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0DA286E-7CBC-0D4D-8B98-FAD0C3F4CE01}"/>
              </a:ext>
            </a:extLst>
          </p:cNvPr>
          <p:cNvSpPr>
            <a:spLocks noChangeAspect="1"/>
          </p:cNvSpPr>
          <p:nvPr/>
        </p:nvSpPr>
        <p:spPr>
          <a:xfrm>
            <a:off x="4545114" y="1214790"/>
            <a:ext cx="2023888" cy="2025044"/>
          </a:xfrm>
          <a:prstGeom prst="ellipse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Bauen und Testen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C302727-92CF-D140-BF70-E249046852DF}"/>
              </a:ext>
            </a:extLst>
          </p:cNvPr>
          <p:cNvSpPr>
            <a:spLocks noChangeAspect="1"/>
          </p:cNvSpPr>
          <p:nvPr/>
        </p:nvSpPr>
        <p:spPr>
          <a:xfrm>
            <a:off x="2780151" y="482608"/>
            <a:ext cx="2023888" cy="2025044"/>
          </a:xfrm>
          <a:prstGeom prst="ellipse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Planen und Entwickeln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D179D2E2-0629-EC44-92CC-F0EB19CC0C61}"/>
              </a:ext>
            </a:extLst>
          </p:cNvPr>
          <p:cNvSpPr>
            <a:spLocks noChangeAspect="1"/>
          </p:cNvSpPr>
          <p:nvPr/>
        </p:nvSpPr>
        <p:spPr>
          <a:xfrm>
            <a:off x="4837170" y="2959494"/>
            <a:ext cx="2023888" cy="2025044"/>
          </a:xfrm>
          <a:prstGeom prst="ellipse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Artefakt-Erstellung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F41D5A3-4BD4-3A4E-B2B6-CEB1786744DC}"/>
              </a:ext>
            </a:extLst>
          </p:cNvPr>
          <p:cNvSpPr>
            <a:spLocks noChangeAspect="1"/>
          </p:cNvSpPr>
          <p:nvPr/>
        </p:nvSpPr>
        <p:spPr>
          <a:xfrm>
            <a:off x="1655310" y="4186094"/>
            <a:ext cx="2023888" cy="2025044"/>
          </a:xfrm>
          <a:prstGeom prst="ellipse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Releasen</a:t>
            </a:r>
            <a:endParaRPr lang="de-DE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A9FD1D1E-D7F5-5749-8E43-5246AE8ABBFD}"/>
              </a:ext>
            </a:extLst>
          </p:cNvPr>
          <p:cNvSpPr>
            <a:spLocks noChangeAspect="1"/>
          </p:cNvSpPr>
          <p:nvPr/>
        </p:nvSpPr>
        <p:spPr>
          <a:xfrm>
            <a:off x="3525727" y="4186094"/>
            <a:ext cx="2023888" cy="2025044"/>
          </a:xfrm>
          <a:prstGeom prst="ellipse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Sicherheits-</a:t>
            </a:r>
          </a:p>
          <a:p>
            <a:pPr algn="ctr"/>
            <a:r>
              <a:rPr lang="de-DE" dirty="0" err="1"/>
              <a:t>prüfung</a:t>
            </a:r>
            <a:endParaRPr lang="de-DE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EEB8D3F9-9B7B-BA49-9028-4D74E0354A54}"/>
              </a:ext>
            </a:extLst>
          </p:cNvPr>
          <p:cNvSpPr>
            <a:spLocks noChangeAspect="1"/>
          </p:cNvSpPr>
          <p:nvPr/>
        </p:nvSpPr>
        <p:spPr>
          <a:xfrm>
            <a:off x="740571" y="2753224"/>
            <a:ext cx="2241199" cy="2165051"/>
          </a:xfrm>
          <a:prstGeom prst="ellipse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Konfigurieren und Überwachen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6620340C-038E-6D4D-BB98-1E53C9C85A7A}"/>
              </a:ext>
            </a:extLst>
          </p:cNvPr>
          <p:cNvSpPr txBox="1"/>
          <p:nvPr/>
        </p:nvSpPr>
        <p:spPr>
          <a:xfrm>
            <a:off x="7518952" y="1411256"/>
            <a:ext cx="4303644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/>
              <a:t>Im Kern eine Source-Code-Verwaltung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/>
              <a:t>Kann in allen Phasen des Software-Entwicklungszyklus eingesetzt werden: von der Planung bis zur Überwachung in Produktion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/>
              <a:t>Kann als Selbst-</a:t>
            </a:r>
            <a:r>
              <a:rPr lang="de-DE" sz="2000" dirty="0" err="1"/>
              <a:t>Hosted</a:t>
            </a:r>
            <a:r>
              <a:rPr lang="de-DE" sz="2000" dirty="0"/>
              <a:t>-Version genutzt werden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/>
              <a:t>Feature-Umfang hängt von gewählter Version ab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/>
              <a:t>Skaliert mit Projekten und Unternehmen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/>
              <a:t>Anbindung an externe Systeme wie Cloud-Umgebungen (</a:t>
            </a:r>
            <a:r>
              <a:rPr lang="de-DE" sz="2000" dirty="0" err="1"/>
              <a:t>Digitalocean</a:t>
            </a:r>
            <a:r>
              <a:rPr lang="de-DE" sz="2000" dirty="0"/>
              <a:t>, AWS, </a:t>
            </a:r>
            <a:r>
              <a:rPr lang="de-DE" sz="2000" dirty="0" err="1"/>
              <a:t>Azure</a:t>
            </a:r>
            <a:r>
              <a:rPr lang="de-DE" sz="2000" dirty="0"/>
              <a:t>, </a:t>
            </a:r>
            <a:r>
              <a:rPr lang="de-DE" sz="2000" dirty="0" err="1"/>
              <a:t>etc</a:t>
            </a:r>
            <a:r>
              <a:rPr lang="de-DE" sz="2000" dirty="0"/>
              <a:t>) möglich.</a:t>
            </a:r>
          </a:p>
        </p:txBody>
      </p:sp>
      <p:pic>
        <p:nvPicPr>
          <p:cNvPr id="2" name="Picture 2" descr="Logo Volkshochschule Dresden">
            <a:extLst>
              <a:ext uri="{FF2B5EF4-FFF2-40B4-BE49-F238E27FC236}">
                <a16:creationId xmlns:a16="http://schemas.microsoft.com/office/drawing/2014/main" id="{815F01EC-3C61-180D-77F3-6D538160E4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33547" y="86968"/>
            <a:ext cx="2226264" cy="5469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528029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8">
            <a:extLst>
              <a:ext uri="{FF2B5EF4-FFF2-40B4-BE49-F238E27FC236}">
                <a16:creationId xmlns:a16="http://schemas.microsoft.com/office/drawing/2014/main" id="{860B7B5E-CFD4-4B46-AE72-BB39D8162C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372" y="161041"/>
            <a:ext cx="662832" cy="6118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Gitlab stage image">
            <a:extLst>
              <a:ext uri="{FF2B5EF4-FFF2-40B4-BE49-F238E27FC236}">
                <a16:creationId xmlns:a16="http://schemas.microsoft.com/office/drawing/2014/main" id="{584A3EB5-613E-B64A-8E19-C9E5834DA7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788" y="1693507"/>
            <a:ext cx="5480920" cy="39324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Inhaltsplatzhalter 3">
            <a:extLst>
              <a:ext uri="{FF2B5EF4-FFF2-40B4-BE49-F238E27FC236}">
                <a16:creationId xmlns:a16="http://schemas.microsoft.com/office/drawing/2014/main" id="{0B59580A-A8FA-7A46-9B46-FD68C3D6979B}"/>
              </a:ext>
            </a:extLst>
          </p:cNvPr>
          <p:cNvSpPr txBox="1">
            <a:spLocks/>
          </p:cNvSpPr>
          <p:nvPr/>
        </p:nvSpPr>
        <p:spPr>
          <a:xfrm>
            <a:off x="6455772" y="1503200"/>
            <a:ext cx="5154440" cy="4667250"/>
          </a:xfrm>
          <a:prstGeom prst="rect">
            <a:avLst/>
          </a:prstGeom>
        </p:spPr>
        <p:txBody>
          <a:bodyPr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/>
              <a:t>Bietet Strukturierung von Projekten via Gruppen</a:t>
            </a:r>
          </a:p>
          <a:p>
            <a:r>
              <a:rPr lang="de-DE" dirty="0"/>
              <a:t>Erlaubt Erstellung von Audit-Reports </a:t>
            </a:r>
            <a:r>
              <a:rPr lang="de-DE" dirty="0">
                <a:sym typeface="Wingdings" pitchFamily="2" charset="2"/>
              </a:rPr>
              <a:t> Management</a:t>
            </a:r>
            <a:endParaRPr lang="de-DE" dirty="0"/>
          </a:p>
          <a:p>
            <a:r>
              <a:rPr lang="de-DE" dirty="0"/>
              <a:t>Erlaubt Erstellung von Code-Analytics </a:t>
            </a:r>
            <a:r>
              <a:rPr lang="de-DE" dirty="0">
                <a:sym typeface="Wingdings" pitchFamily="2" charset="2"/>
              </a:rPr>
              <a:t> Lead-Developer</a:t>
            </a:r>
          </a:p>
          <a:p>
            <a:r>
              <a:rPr lang="de-DE" dirty="0">
                <a:sym typeface="Wingdings" pitchFamily="2" charset="2"/>
              </a:rPr>
              <a:t>Audit-Events vorhanden  Administrator und Management</a:t>
            </a:r>
          </a:p>
          <a:p>
            <a:r>
              <a:rPr lang="de-DE" dirty="0">
                <a:sym typeface="Wingdings" pitchFamily="2" charset="2"/>
              </a:rPr>
              <a:t>Erstellung von </a:t>
            </a:r>
            <a:r>
              <a:rPr lang="de-DE" dirty="0" err="1">
                <a:sym typeface="Wingdings" pitchFamily="2" charset="2"/>
              </a:rPr>
              <a:t>DevOps</a:t>
            </a:r>
            <a:r>
              <a:rPr lang="de-DE" dirty="0">
                <a:sym typeface="Wingdings" pitchFamily="2" charset="2"/>
              </a:rPr>
              <a:t>-Reports (Ultimate-Feature) möglich</a:t>
            </a:r>
            <a:endParaRPr lang="de-DE" dirty="0"/>
          </a:p>
          <a:p>
            <a:endParaRPr lang="de-DE" dirty="0"/>
          </a:p>
        </p:txBody>
      </p:sp>
      <p:sp>
        <p:nvSpPr>
          <p:cNvPr id="17" name="Titel 1">
            <a:extLst>
              <a:ext uri="{FF2B5EF4-FFF2-40B4-BE49-F238E27FC236}">
                <a16:creationId xmlns:a16="http://schemas.microsoft.com/office/drawing/2014/main" id="{F4254D04-D36C-F043-9926-891C35A609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2" y="367944"/>
            <a:ext cx="10515600" cy="1325563"/>
          </a:xfrm>
        </p:spPr>
        <p:txBody>
          <a:bodyPr>
            <a:normAutofit/>
          </a:bodyPr>
          <a:lstStyle/>
          <a:p>
            <a:r>
              <a:rPr lang="de-DE" dirty="0"/>
              <a:t>Management-Projekt-Analyse</a:t>
            </a: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263189B4-0B46-0D40-8CE6-D188965771D0}"/>
              </a:ext>
            </a:extLst>
          </p:cNvPr>
          <p:cNvSpPr/>
          <p:nvPr/>
        </p:nvSpPr>
        <p:spPr>
          <a:xfrm>
            <a:off x="3048659" y="6120724"/>
            <a:ext cx="56620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dirty="0"/>
              <a:t>https://</a:t>
            </a:r>
            <a:r>
              <a:rPr lang="de-DE" dirty="0" err="1"/>
              <a:t>about.gitlab.com</a:t>
            </a:r>
            <a:r>
              <a:rPr lang="de-DE" dirty="0"/>
              <a:t>/</a:t>
            </a:r>
            <a:r>
              <a:rPr lang="de-DE" dirty="0" err="1"/>
              <a:t>stages-devops-lifecycle</a:t>
            </a:r>
            <a:r>
              <a:rPr lang="de-DE" dirty="0"/>
              <a:t>/manage/</a:t>
            </a:r>
          </a:p>
        </p:txBody>
      </p:sp>
      <p:pic>
        <p:nvPicPr>
          <p:cNvPr id="3" name="Picture 2" descr="Logo Volkshochschule Dresden">
            <a:extLst>
              <a:ext uri="{FF2B5EF4-FFF2-40B4-BE49-F238E27FC236}">
                <a16:creationId xmlns:a16="http://schemas.microsoft.com/office/drawing/2014/main" id="{3B58B61C-9CAE-F789-568B-89195A3432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33547" y="86968"/>
            <a:ext cx="2226264" cy="5469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388216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8">
            <a:extLst>
              <a:ext uri="{FF2B5EF4-FFF2-40B4-BE49-F238E27FC236}">
                <a16:creationId xmlns:a16="http://schemas.microsoft.com/office/drawing/2014/main" id="{860B7B5E-CFD4-4B46-AE72-BB39D8162C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372" y="161041"/>
            <a:ext cx="662832" cy="6118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Inhaltsplatzhalter 3">
            <a:extLst>
              <a:ext uri="{FF2B5EF4-FFF2-40B4-BE49-F238E27FC236}">
                <a16:creationId xmlns:a16="http://schemas.microsoft.com/office/drawing/2014/main" id="{0B59580A-A8FA-7A46-9B46-FD68C3D6979B}"/>
              </a:ext>
            </a:extLst>
          </p:cNvPr>
          <p:cNvSpPr txBox="1">
            <a:spLocks/>
          </p:cNvSpPr>
          <p:nvPr/>
        </p:nvSpPr>
        <p:spPr>
          <a:xfrm>
            <a:off x="6610485" y="1693507"/>
            <a:ext cx="5154440" cy="3994086"/>
          </a:xfrm>
          <a:prstGeom prst="rect">
            <a:avLst/>
          </a:prstGeom>
        </p:spPr>
        <p:txBody>
          <a:bodyPr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/>
              <a:t>Entwicklung kann via </a:t>
            </a:r>
            <a:r>
              <a:rPr lang="de-DE" dirty="0" err="1"/>
              <a:t>Epics</a:t>
            </a:r>
            <a:r>
              <a:rPr lang="de-DE" dirty="0"/>
              <a:t> und Roadmaps strukturiert werden</a:t>
            </a:r>
          </a:p>
          <a:p>
            <a:r>
              <a:rPr lang="de-DE" dirty="0" err="1"/>
              <a:t>Issue</a:t>
            </a:r>
            <a:r>
              <a:rPr lang="de-DE" dirty="0"/>
              <a:t> wird für feingranulares Management der Entwicklerarbeit genutzt</a:t>
            </a:r>
          </a:p>
          <a:p>
            <a:r>
              <a:rPr lang="de-DE" dirty="0"/>
              <a:t>Time-Tracking ist möglich zu integrieren</a:t>
            </a:r>
          </a:p>
          <a:p>
            <a:r>
              <a:rPr lang="de-DE" dirty="0"/>
              <a:t>Boards können für Planung und Kontrolle genutzt werden</a:t>
            </a:r>
          </a:p>
          <a:p>
            <a:r>
              <a:rPr lang="de-DE" dirty="0"/>
              <a:t>Einfach Einbindung eines Service-</a:t>
            </a:r>
            <a:r>
              <a:rPr lang="de-DE" dirty="0" err="1"/>
              <a:t>Desks</a:t>
            </a:r>
            <a:r>
              <a:rPr lang="de-DE" dirty="0"/>
              <a:t> ist möglich</a:t>
            </a:r>
          </a:p>
          <a:p>
            <a:r>
              <a:rPr lang="de-DE" dirty="0"/>
              <a:t>Design-Management ist möglich</a:t>
            </a:r>
          </a:p>
          <a:p>
            <a:pPr marL="0" indent="0">
              <a:buNone/>
            </a:pPr>
            <a:endParaRPr lang="de-DE" dirty="0"/>
          </a:p>
          <a:p>
            <a:endParaRPr lang="de-DE" dirty="0"/>
          </a:p>
        </p:txBody>
      </p:sp>
      <p:sp>
        <p:nvSpPr>
          <p:cNvPr id="17" name="Titel 1">
            <a:extLst>
              <a:ext uri="{FF2B5EF4-FFF2-40B4-BE49-F238E27FC236}">
                <a16:creationId xmlns:a16="http://schemas.microsoft.com/office/drawing/2014/main" id="{F4254D04-D36C-F043-9926-891C35A609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2" y="367944"/>
            <a:ext cx="10515600" cy="1325563"/>
          </a:xfrm>
        </p:spPr>
        <p:txBody>
          <a:bodyPr>
            <a:normAutofit/>
          </a:bodyPr>
          <a:lstStyle/>
          <a:p>
            <a:r>
              <a:rPr lang="de-DE" dirty="0"/>
              <a:t>Planen und Entwickeln</a:t>
            </a:r>
          </a:p>
        </p:txBody>
      </p:sp>
      <p:pic>
        <p:nvPicPr>
          <p:cNvPr id="2050" name="Picture 2" descr="Gitlab stage image">
            <a:extLst>
              <a:ext uri="{FF2B5EF4-FFF2-40B4-BE49-F238E27FC236}">
                <a16:creationId xmlns:a16="http://schemas.microsoft.com/office/drawing/2014/main" id="{7DEFBA9B-EED7-EC48-8E42-FE6B0C1F15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479" y="1693507"/>
            <a:ext cx="5483547" cy="39940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hteck 1">
            <a:extLst>
              <a:ext uri="{FF2B5EF4-FFF2-40B4-BE49-F238E27FC236}">
                <a16:creationId xmlns:a16="http://schemas.microsoft.com/office/drawing/2014/main" id="{55913FB6-D640-964B-B3D3-47F76844477E}"/>
              </a:ext>
            </a:extLst>
          </p:cNvPr>
          <p:cNvSpPr/>
          <p:nvPr/>
        </p:nvSpPr>
        <p:spPr>
          <a:xfrm>
            <a:off x="425202" y="6120724"/>
            <a:ext cx="531934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dirty="0"/>
              <a:t>https://</a:t>
            </a:r>
            <a:r>
              <a:rPr lang="de-DE" dirty="0" err="1"/>
              <a:t>about.gitlab.com</a:t>
            </a:r>
            <a:r>
              <a:rPr lang="de-DE" dirty="0"/>
              <a:t>/</a:t>
            </a:r>
            <a:r>
              <a:rPr lang="de-DE" dirty="0" err="1"/>
              <a:t>stages-devops-lifecycle</a:t>
            </a:r>
            <a:r>
              <a:rPr lang="de-DE" dirty="0"/>
              <a:t>/plan/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189788F0-DE2D-6D41-9D5B-3DFEE86B9533}"/>
              </a:ext>
            </a:extLst>
          </p:cNvPr>
          <p:cNvSpPr/>
          <p:nvPr/>
        </p:nvSpPr>
        <p:spPr>
          <a:xfrm>
            <a:off x="5933304" y="6120724"/>
            <a:ext cx="54966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dirty="0"/>
              <a:t>https://</a:t>
            </a:r>
            <a:r>
              <a:rPr lang="de-DE" dirty="0" err="1"/>
              <a:t>about.gitlab.com</a:t>
            </a:r>
            <a:r>
              <a:rPr lang="de-DE" dirty="0"/>
              <a:t>/</a:t>
            </a:r>
            <a:r>
              <a:rPr lang="de-DE" dirty="0" err="1"/>
              <a:t>stages-devops-lifecycle</a:t>
            </a:r>
            <a:r>
              <a:rPr lang="de-DE" dirty="0"/>
              <a:t>/</a:t>
            </a:r>
            <a:r>
              <a:rPr lang="de-DE" dirty="0" err="1"/>
              <a:t>create</a:t>
            </a:r>
            <a:r>
              <a:rPr lang="de-DE" dirty="0"/>
              <a:t>/</a:t>
            </a:r>
          </a:p>
        </p:txBody>
      </p:sp>
      <p:pic>
        <p:nvPicPr>
          <p:cNvPr id="4" name="Picture 2" descr="Logo Volkshochschule Dresden">
            <a:extLst>
              <a:ext uri="{FF2B5EF4-FFF2-40B4-BE49-F238E27FC236}">
                <a16:creationId xmlns:a16="http://schemas.microsoft.com/office/drawing/2014/main" id="{4FB14429-1304-E1BA-9190-7963BF7B06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33547" y="86968"/>
            <a:ext cx="2226264" cy="5469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309928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8">
            <a:extLst>
              <a:ext uri="{FF2B5EF4-FFF2-40B4-BE49-F238E27FC236}">
                <a16:creationId xmlns:a16="http://schemas.microsoft.com/office/drawing/2014/main" id="{860B7B5E-CFD4-4B46-AE72-BB39D8162C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372" y="161041"/>
            <a:ext cx="662832" cy="6118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Inhaltsplatzhalter 3">
            <a:extLst>
              <a:ext uri="{FF2B5EF4-FFF2-40B4-BE49-F238E27FC236}">
                <a16:creationId xmlns:a16="http://schemas.microsoft.com/office/drawing/2014/main" id="{0B59580A-A8FA-7A46-9B46-FD68C3D6979B}"/>
              </a:ext>
            </a:extLst>
          </p:cNvPr>
          <p:cNvSpPr txBox="1">
            <a:spLocks/>
          </p:cNvSpPr>
          <p:nvPr/>
        </p:nvSpPr>
        <p:spPr>
          <a:xfrm>
            <a:off x="6621046" y="1693507"/>
            <a:ext cx="4882297" cy="3994086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/>
              <a:t>Erlaubt CI/CD-Pipelines einfach über YAML-Dateien zu definieren </a:t>
            </a:r>
            <a:r>
              <a:rPr lang="de-DE" dirty="0">
                <a:sym typeface="Wingdings" pitchFamily="2" charset="2"/>
              </a:rPr>
              <a:t> Wiederverwendung möglich</a:t>
            </a:r>
            <a:endParaRPr lang="de-DE" dirty="0"/>
          </a:p>
          <a:p>
            <a:r>
              <a:rPr lang="de-DE" dirty="0"/>
              <a:t>Testergebnisse werden in MR einfach dargestellt</a:t>
            </a:r>
          </a:p>
          <a:p>
            <a:r>
              <a:rPr lang="de-DE" dirty="0"/>
              <a:t>Erlaubt bauen von Artefakten (</a:t>
            </a:r>
            <a:r>
              <a:rPr lang="de-DE" dirty="0" err="1"/>
              <a:t>Jar</a:t>
            </a:r>
            <a:r>
              <a:rPr lang="de-DE" dirty="0"/>
              <a:t>, exe, </a:t>
            </a:r>
            <a:r>
              <a:rPr lang="de-DE" dirty="0" err="1"/>
              <a:t>etc</a:t>
            </a:r>
            <a:r>
              <a:rPr lang="de-DE" dirty="0"/>
              <a:t>) oder Container-Images</a:t>
            </a:r>
          </a:p>
          <a:p>
            <a:r>
              <a:rPr lang="de-DE" dirty="0"/>
              <a:t>Pipeline-Analyse möglich</a:t>
            </a:r>
          </a:p>
          <a:p>
            <a:endParaRPr lang="de-DE" dirty="0"/>
          </a:p>
          <a:p>
            <a:endParaRPr lang="de-DE" dirty="0"/>
          </a:p>
        </p:txBody>
      </p:sp>
      <p:sp>
        <p:nvSpPr>
          <p:cNvPr id="17" name="Titel 1">
            <a:extLst>
              <a:ext uri="{FF2B5EF4-FFF2-40B4-BE49-F238E27FC236}">
                <a16:creationId xmlns:a16="http://schemas.microsoft.com/office/drawing/2014/main" id="{F4254D04-D36C-F043-9926-891C35A609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2" y="367944"/>
            <a:ext cx="10515600" cy="1325563"/>
          </a:xfrm>
        </p:spPr>
        <p:txBody>
          <a:bodyPr>
            <a:normAutofit/>
          </a:bodyPr>
          <a:lstStyle/>
          <a:p>
            <a:r>
              <a:rPr lang="de-DE" dirty="0"/>
              <a:t>Bauen und Testen</a:t>
            </a:r>
          </a:p>
        </p:txBody>
      </p:sp>
      <p:pic>
        <p:nvPicPr>
          <p:cNvPr id="3076" name="Picture 4" descr="Gitlab stage image">
            <a:extLst>
              <a:ext uri="{FF2B5EF4-FFF2-40B4-BE49-F238E27FC236}">
                <a16:creationId xmlns:a16="http://schemas.microsoft.com/office/drawing/2014/main" id="{DE887D63-95AA-9E43-9619-F3B9AA026C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8657" y="1693508"/>
            <a:ext cx="5483545" cy="39940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hteck 1">
            <a:extLst>
              <a:ext uri="{FF2B5EF4-FFF2-40B4-BE49-F238E27FC236}">
                <a16:creationId xmlns:a16="http://schemas.microsoft.com/office/drawing/2014/main" id="{9CFA834C-6EBD-BE47-A1C6-BE26D167B961}"/>
              </a:ext>
            </a:extLst>
          </p:cNvPr>
          <p:cNvSpPr/>
          <p:nvPr/>
        </p:nvSpPr>
        <p:spPr>
          <a:xfrm>
            <a:off x="2904813" y="5781056"/>
            <a:ext cx="543847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dirty="0"/>
              <a:t>https://</a:t>
            </a:r>
            <a:r>
              <a:rPr lang="de-DE" dirty="0" err="1"/>
              <a:t>about.gitlab.com</a:t>
            </a:r>
            <a:r>
              <a:rPr lang="de-DE" dirty="0"/>
              <a:t>/</a:t>
            </a:r>
            <a:r>
              <a:rPr lang="de-DE" dirty="0" err="1"/>
              <a:t>stages-devops-lifecycle</a:t>
            </a:r>
            <a:r>
              <a:rPr lang="de-DE" dirty="0"/>
              <a:t>/</a:t>
            </a:r>
            <a:r>
              <a:rPr lang="de-DE" dirty="0" err="1"/>
              <a:t>verify</a:t>
            </a:r>
            <a:r>
              <a:rPr lang="de-DE" dirty="0"/>
              <a:t>/</a:t>
            </a:r>
          </a:p>
        </p:txBody>
      </p:sp>
      <p:pic>
        <p:nvPicPr>
          <p:cNvPr id="3" name="Picture 2" descr="Logo Volkshochschule Dresden">
            <a:extLst>
              <a:ext uri="{FF2B5EF4-FFF2-40B4-BE49-F238E27FC236}">
                <a16:creationId xmlns:a16="http://schemas.microsoft.com/office/drawing/2014/main" id="{1BE1482A-C4B2-A4C7-1975-39056C01F0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33547" y="86968"/>
            <a:ext cx="2226264" cy="5469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432624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8">
            <a:extLst>
              <a:ext uri="{FF2B5EF4-FFF2-40B4-BE49-F238E27FC236}">
                <a16:creationId xmlns:a16="http://schemas.microsoft.com/office/drawing/2014/main" id="{860B7B5E-CFD4-4B46-AE72-BB39D8162C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372" y="161041"/>
            <a:ext cx="662832" cy="6118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Inhaltsplatzhalter 3">
            <a:extLst>
              <a:ext uri="{FF2B5EF4-FFF2-40B4-BE49-F238E27FC236}">
                <a16:creationId xmlns:a16="http://schemas.microsoft.com/office/drawing/2014/main" id="{0B59580A-A8FA-7A46-9B46-FD68C3D6979B}"/>
              </a:ext>
            </a:extLst>
          </p:cNvPr>
          <p:cNvSpPr txBox="1">
            <a:spLocks/>
          </p:cNvSpPr>
          <p:nvPr/>
        </p:nvSpPr>
        <p:spPr>
          <a:xfrm>
            <a:off x="6621046" y="1693507"/>
            <a:ext cx="4882297" cy="3994086"/>
          </a:xfrm>
          <a:prstGeom prst="rect">
            <a:avLst/>
          </a:prstGeom>
        </p:spPr>
        <p:txBody>
          <a:bodyPr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/>
              <a:t>Container-Registry ist integriert</a:t>
            </a:r>
          </a:p>
          <a:p>
            <a:r>
              <a:rPr lang="de-DE" dirty="0"/>
              <a:t>Helm-Chart Registry „möglich“</a:t>
            </a:r>
          </a:p>
          <a:p>
            <a:r>
              <a:rPr lang="de-DE" dirty="0"/>
              <a:t>Artefakt-</a:t>
            </a:r>
            <a:r>
              <a:rPr lang="de-DE" dirty="0" err="1"/>
              <a:t>Registries</a:t>
            </a:r>
            <a:r>
              <a:rPr lang="de-DE" dirty="0"/>
              <a:t> sind integriert</a:t>
            </a:r>
          </a:p>
          <a:p>
            <a:r>
              <a:rPr lang="de-DE" dirty="0"/>
              <a:t>Anbindung von externen Container-Registry möglich</a:t>
            </a:r>
          </a:p>
          <a:p>
            <a:r>
              <a:rPr lang="de-DE" dirty="0"/>
              <a:t>Anbindung externer Artefakt-</a:t>
            </a:r>
            <a:r>
              <a:rPr lang="de-DE" dirty="0" err="1"/>
              <a:t>Registries</a:t>
            </a:r>
            <a:r>
              <a:rPr lang="de-DE" dirty="0"/>
              <a:t> möglich</a:t>
            </a:r>
          </a:p>
          <a:p>
            <a:endParaRPr lang="de-DE" dirty="0"/>
          </a:p>
          <a:p>
            <a:endParaRPr lang="de-DE" dirty="0"/>
          </a:p>
        </p:txBody>
      </p:sp>
      <p:sp>
        <p:nvSpPr>
          <p:cNvPr id="17" name="Titel 1">
            <a:extLst>
              <a:ext uri="{FF2B5EF4-FFF2-40B4-BE49-F238E27FC236}">
                <a16:creationId xmlns:a16="http://schemas.microsoft.com/office/drawing/2014/main" id="{F4254D04-D36C-F043-9926-891C35A609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2" y="367944"/>
            <a:ext cx="10515600" cy="1325563"/>
          </a:xfrm>
        </p:spPr>
        <p:txBody>
          <a:bodyPr>
            <a:normAutofit/>
          </a:bodyPr>
          <a:lstStyle/>
          <a:p>
            <a:r>
              <a:rPr lang="de-DE" dirty="0"/>
              <a:t>Artefakt/Container-Erstellung</a:t>
            </a:r>
          </a:p>
        </p:txBody>
      </p:sp>
      <p:pic>
        <p:nvPicPr>
          <p:cNvPr id="4098" name="Picture 2" descr="Gitlab stage image">
            <a:extLst>
              <a:ext uri="{FF2B5EF4-FFF2-40B4-BE49-F238E27FC236}">
                <a16:creationId xmlns:a16="http://schemas.microsoft.com/office/drawing/2014/main" id="{55ABEA25-27E2-8B45-8F5E-B6D0A17F69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788" y="1693507"/>
            <a:ext cx="5305539" cy="38644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hteck 1">
            <a:extLst>
              <a:ext uri="{FF2B5EF4-FFF2-40B4-BE49-F238E27FC236}">
                <a16:creationId xmlns:a16="http://schemas.microsoft.com/office/drawing/2014/main" id="{84A73932-951C-BF4B-B97B-31BB6A2D5BC1}"/>
              </a:ext>
            </a:extLst>
          </p:cNvPr>
          <p:cNvSpPr/>
          <p:nvPr/>
        </p:nvSpPr>
        <p:spPr>
          <a:xfrm>
            <a:off x="3258139" y="5938372"/>
            <a:ext cx="56757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dirty="0"/>
              <a:t>https://</a:t>
            </a:r>
            <a:r>
              <a:rPr lang="de-DE" dirty="0" err="1"/>
              <a:t>about.gitlab.com</a:t>
            </a:r>
            <a:r>
              <a:rPr lang="de-DE" dirty="0"/>
              <a:t>/</a:t>
            </a:r>
            <a:r>
              <a:rPr lang="de-DE" dirty="0" err="1"/>
              <a:t>stages-devops-lifecycle</a:t>
            </a:r>
            <a:r>
              <a:rPr lang="de-DE" dirty="0"/>
              <a:t>/</a:t>
            </a:r>
            <a:r>
              <a:rPr lang="de-DE" dirty="0" err="1"/>
              <a:t>package</a:t>
            </a:r>
            <a:r>
              <a:rPr lang="de-DE" dirty="0"/>
              <a:t>/</a:t>
            </a:r>
          </a:p>
        </p:txBody>
      </p:sp>
      <p:pic>
        <p:nvPicPr>
          <p:cNvPr id="3" name="Picture 2" descr="Logo Volkshochschule Dresden">
            <a:extLst>
              <a:ext uri="{FF2B5EF4-FFF2-40B4-BE49-F238E27FC236}">
                <a16:creationId xmlns:a16="http://schemas.microsoft.com/office/drawing/2014/main" id="{AEF29634-C6C1-47C1-F067-4AC1E198B9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33547" y="86968"/>
            <a:ext cx="2226264" cy="5469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591321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8">
            <a:extLst>
              <a:ext uri="{FF2B5EF4-FFF2-40B4-BE49-F238E27FC236}">
                <a16:creationId xmlns:a16="http://schemas.microsoft.com/office/drawing/2014/main" id="{860B7B5E-CFD4-4B46-AE72-BB39D8162C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372" y="161041"/>
            <a:ext cx="662832" cy="6118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Inhaltsplatzhalter 3">
            <a:extLst>
              <a:ext uri="{FF2B5EF4-FFF2-40B4-BE49-F238E27FC236}">
                <a16:creationId xmlns:a16="http://schemas.microsoft.com/office/drawing/2014/main" id="{0B59580A-A8FA-7A46-9B46-FD68C3D6979B}"/>
              </a:ext>
            </a:extLst>
          </p:cNvPr>
          <p:cNvSpPr txBox="1">
            <a:spLocks/>
          </p:cNvSpPr>
          <p:nvPr/>
        </p:nvSpPr>
        <p:spPr>
          <a:xfrm>
            <a:off x="6621046" y="1693507"/>
            <a:ext cx="4882297" cy="3994086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 err="1"/>
              <a:t>Static</a:t>
            </a:r>
            <a:r>
              <a:rPr lang="de-DE" dirty="0"/>
              <a:t> </a:t>
            </a:r>
            <a:r>
              <a:rPr lang="de-DE" dirty="0" err="1"/>
              <a:t>Application</a:t>
            </a:r>
            <a:r>
              <a:rPr lang="de-DE" dirty="0"/>
              <a:t> Security </a:t>
            </a:r>
            <a:r>
              <a:rPr lang="de-DE" dirty="0" err="1"/>
              <a:t>Testing</a:t>
            </a:r>
            <a:r>
              <a:rPr lang="de-DE" dirty="0"/>
              <a:t> unterstützt</a:t>
            </a:r>
          </a:p>
          <a:p>
            <a:r>
              <a:rPr lang="de-DE" dirty="0"/>
              <a:t>Secret </a:t>
            </a:r>
            <a:r>
              <a:rPr lang="de-DE" dirty="0" err="1"/>
              <a:t>Detection</a:t>
            </a:r>
            <a:r>
              <a:rPr lang="de-DE" dirty="0"/>
              <a:t> unterstützt</a:t>
            </a:r>
          </a:p>
          <a:p>
            <a:r>
              <a:rPr lang="de-DE" dirty="0"/>
              <a:t>Code Quality Scanning unterstützt</a:t>
            </a:r>
          </a:p>
          <a:p>
            <a:r>
              <a:rPr lang="de-DE" dirty="0"/>
              <a:t>Weitere Feature sind nur in Ultimate verfügbar</a:t>
            </a:r>
          </a:p>
          <a:p>
            <a:endParaRPr lang="de-DE" dirty="0"/>
          </a:p>
          <a:p>
            <a:endParaRPr lang="de-DE" dirty="0"/>
          </a:p>
        </p:txBody>
      </p:sp>
      <p:sp>
        <p:nvSpPr>
          <p:cNvPr id="17" name="Titel 1">
            <a:extLst>
              <a:ext uri="{FF2B5EF4-FFF2-40B4-BE49-F238E27FC236}">
                <a16:creationId xmlns:a16="http://schemas.microsoft.com/office/drawing/2014/main" id="{F4254D04-D36C-F043-9926-891C35A609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2" y="367944"/>
            <a:ext cx="10515600" cy="1325563"/>
          </a:xfrm>
        </p:spPr>
        <p:txBody>
          <a:bodyPr>
            <a:normAutofit/>
          </a:bodyPr>
          <a:lstStyle/>
          <a:p>
            <a:r>
              <a:rPr lang="de-DE" dirty="0"/>
              <a:t>Sicherheitsprüfung</a:t>
            </a:r>
          </a:p>
        </p:txBody>
      </p:sp>
      <p:pic>
        <p:nvPicPr>
          <p:cNvPr id="1026" name="Picture 2" descr="Gitlab stage image">
            <a:extLst>
              <a:ext uri="{FF2B5EF4-FFF2-40B4-BE49-F238E27FC236}">
                <a16:creationId xmlns:a16="http://schemas.microsoft.com/office/drawing/2014/main" id="{198BE82D-A278-364D-88A1-F72F6916BA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788" y="1759875"/>
            <a:ext cx="5353665" cy="38935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hteck 1">
            <a:extLst>
              <a:ext uri="{FF2B5EF4-FFF2-40B4-BE49-F238E27FC236}">
                <a16:creationId xmlns:a16="http://schemas.microsoft.com/office/drawing/2014/main" id="{85B612AF-452B-1843-BCBC-0AF4C6413364}"/>
              </a:ext>
            </a:extLst>
          </p:cNvPr>
          <p:cNvSpPr/>
          <p:nvPr/>
        </p:nvSpPr>
        <p:spPr>
          <a:xfrm>
            <a:off x="2999152" y="6120724"/>
            <a:ext cx="552510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dirty="0"/>
              <a:t>https://</a:t>
            </a:r>
            <a:r>
              <a:rPr lang="de-DE" dirty="0" err="1"/>
              <a:t>about.gitlab.com</a:t>
            </a:r>
            <a:r>
              <a:rPr lang="de-DE" dirty="0"/>
              <a:t>/</a:t>
            </a:r>
            <a:r>
              <a:rPr lang="de-DE" dirty="0" err="1"/>
              <a:t>stages-devops-lifecycle</a:t>
            </a:r>
            <a:r>
              <a:rPr lang="de-DE" dirty="0"/>
              <a:t>/</a:t>
            </a:r>
            <a:r>
              <a:rPr lang="de-DE" dirty="0" err="1"/>
              <a:t>secure</a:t>
            </a:r>
            <a:r>
              <a:rPr lang="de-DE" dirty="0"/>
              <a:t>/</a:t>
            </a:r>
          </a:p>
        </p:txBody>
      </p:sp>
      <p:pic>
        <p:nvPicPr>
          <p:cNvPr id="3" name="Picture 2" descr="Logo Volkshochschule Dresden">
            <a:extLst>
              <a:ext uri="{FF2B5EF4-FFF2-40B4-BE49-F238E27FC236}">
                <a16:creationId xmlns:a16="http://schemas.microsoft.com/office/drawing/2014/main" id="{CF9E2D24-2634-FC49-49F8-1103CCC9FD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33547" y="86968"/>
            <a:ext cx="2226264" cy="5469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639485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8">
            <a:extLst>
              <a:ext uri="{FF2B5EF4-FFF2-40B4-BE49-F238E27FC236}">
                <a16:creationId xmlns:a16="http://schemas.microsoft.com/office/drawing/2014/main" id="{860B7B5E-CFD4-4B46-AE72-BB39D8162C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372" y="161041"/>
            <a:ext cx="662832" cy="6118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Inhaltsplatzhalter 3">
            <a:extLst>
              <a:ext uri="{FF2B5EF4-FFF2-40B4-BE49-F238E27FC236}">
                <a16:creationId xmlns:a16="http://schemas.microsoft.com/office/drawing/2014/main" id="{0B59580A-A8FA-7A46-9B46-FD68C3D6979B}"/>
              </a:ext>
            </a:extLst>
          </p:cNvPr>
          <p:cNvSpPr txBox="1">
            <a:spLocks/>
          </p:cNvSpPr>
          <p:nvPr/>
        </p:nvSpPr>
        <p:spPr>
          <a:xfrm>
            <a:off x="6621046" y="1693507"/>
            <a:ext cx="4882297" cy="3994086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/>
              <a:t>Erlaubt bis in Produktion automatisch zu </a:t>
            </a:r>
            <a:r>
              <a:rPr lang="de-DE" dirty="0" err="1"/>
              <a:t>releasen</a:t>
            </a:r>
            <a:endParaRPr lang="de-DE" dirty="0"/>
          </a:p>
          <a:p>
            <a:r>
              <a:rPr lang="de-DE" dirty="0"/>
              <a:t>Gibt die Möglichkeit Review-Apps zu nutzen</a:t>
            </a:r>
          </a:p>
          <a:p>
            <a:r>
              <a:rPr lang="de-DE" dirty="0"/>
              <a:t>Feature-</a:t>
            </a:r>
            <a:r>
              <a:rPr lang="de-DE" dirty="0" err="1"/>
              <a:t>Flag</a:t>
            </a:r>
            <a:r>
              <a:rPr lang="de-DE" dirty="0"/>
              <a:t> Management ist möglich</a:t>
            </a:r>
          </a:p>
          <a:p>
            <a:r>
              <a:rPr lang="de-DE" dirty="0"/>
              <a:t>Release-Management ist möglich</a:t>
            </a:r>
          </a:p>
          <a:p>
            <a:endParaRPr lang="de-DE" dirty="0"/>
          </a:p>
          <a:p>
            <a:endParaRPr lang="de-DE" dirty="0"/>
          </a:p>
        </p:txBody>
      </p:sp>
      <p:sp>
        <p:nvSpPr>
          <p:cNvPr id="17" name="Titel 1">
            <a:extLst>
              <a:ext uri="{FF2B5EF4-FFF2-40B4-BE49-F238E27FC236}">
                <a16:creationId xmlns:a16="http://schemas.microsoft.com/office/drawing/2014/main" id="{F4254D04-D36C-F043-9926-891C35A609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2" y="367944"/>
            <a:ext cx="10515600" cy="1325563"/>
          </a:xfrm>
        </p:spPr>
        <p:txBody>
          <a:bodyPr>
            <a:normAutofit/>
          </a:bodyPr>
          <a:lstStyle/>
          <a:p>
            <a:r>
              <a:rPr lang="de-DE" dirty="0"/>
              <a:t>Release</a:t>
            </a:r>
          </a:p>
        </p:txBody>
      </p:sp>
      <p:pic>
        <p:nvPicPr>
          <p:cNvPr id="2050" name="Picture 2" descr="Gitlab stage image">
            <a:extLst>
              <a:ext uri="{FF2B5EF4-FFF2-40B4-BE49-F238E27FC236}">
                <a16:creationId xmlns:a16="http://schemas.microsoft.com/office/drawing/2014/main" id="{589BF3A1-C9FA-364E-8618-60A5E3A955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3411" y="1581874"/>
            <a:ext cx="5790073" cy="4217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hteck 2">
            <a:extLst>
              <a:ext uri="{FF2B5EF4-FFF2-40B4-BE49-F238E27FC236}">
                <a16:creationId xmlns:a16="http://schemas.microsoft.com/office/drawing/2014/main" id="{917864B5-884F-4047-9F67-08C6207BF383}"/>
              </a:ext>
            </a:extLst>
          </p:cNvPr>
          <p:cNvSpPr/>
          <p:nvPr/>
        </p:nvSpPr>
        <p:spPr>
          <a:xfrm>
            <a:off x="3301581" y="6017682"/>
            <a:ext cx="558883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dirty="0"/>
              <a:t>https://</a:t>
            </a:r>
            <a:r>
              <a:rPr lang="de-DE" dirty="0" err="1"/>
              <a:t>about.gitlab.com</a:t>
            </a:r>
            <a:r>
              <a:rPr lang="de-DE" dirty="0"/>
              <a:t>/</a:t>
            </a:r>
            <a:r>
              <a:rPr lang="de-DE" dirty="0" err="1"/>
              <a:t>stages-devops-lifecycle</a:t>
            </a:r>
            <a:r>
              <a:rPr lang="de-DE" dirty="0"/>
              <a:t>/</a:t>
            </a:r>
            <a:r>
              <a:rPr lang="de-DE" dirty="0" err="1"/>
              <a:t>release</a:t>
            </a:r>
            <a:r>
              <a:rPr lang="de-DE" dirty="0"/>
              <a:t>/</a:t>
            </a:r>
          </a:p>
        </p:txBody>
      </p:sp>
      <p:pic>
        <p:nvPicPr>
          <p:cNvPr id="2" name="Picture 2" descr="Logo Volkshochschule Dresden">
            <a:extLst>
              <a:ext uri="{FF2B5EF4-FFF2-40B4-BE49-F238E27FC236}">
                <a16:creationId xmlns:a16="http://schemas.microsoft.com/office/drawing/2014/main" id="{47E1101F-28F3-5BC2-D5E0-9926CD0AAA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33547" y="86968"/>
            <a:ext cx="2226264" cy="5469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798237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8">
            <a:extLst>
              <a:ext uri="{FF2B5EF4-FFF2-40B4-BE49-F238E27FC236}">
                <a16:creationId xmlns:a16="http://schemas.microsoft.com/office/drawing/2014/main" id="{860B7B5E-CFD4-4B46-AE72-BB39D8162C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372" y="161041"/>
            <a:ext cx="662832" cy="6118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Inhaltsplatzhalter 3">
            <a:extLst>
              <a:ext uri="{FF2B5EF4-FFF2-40B4-BE49-F238E27FC236}">
                <a16:creationId xmlns:a16="http://schemas.microsoft.com/office/drawing/2014/main" id="{0B59580A-A8FA-7A46-9B46-FD68C3D6979B}"/>
              </a:ext>
            </a:extLst>
          </p:cNvPr>
          <p:cNvSpPr txBox="1">
            <a:spLocks/>
          </p:cNvSpPr>
          <p:nvPr/>
        </p:nvSpPr>
        <p:spPr>
          <a:xfrm>
            <a:off x="6621046" y="1693507"/>
            <a:ext cx="4882297" cy="3994086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/>
              <a:t>Konfiguration</a:t>
            </a:r>
          </a:p>
          <a:p>
            <a:pPr lvl="1"/>
            <a:r>
              <a:rPr lang="de-DE" dirty="0" err="1"/>
              <a:t>Secrets</a:t>
            </a:r>
            <a:r>
              <a:rPr lang="de-DE" dirty="0"/>
              <a:t> Management</a:t>
            </a:r>
          </a:p>
          <a:p>
            <a:pPr lvl="1"/>
            <a:r>
              <a:rPr lang="de-DE" dirty="0" err="1"/>
              <a:t>Kubernetes</a:t>
            </a:r>
            <a:r>
              <a:rPr lang="de-DE" dirty="0"/>
              <a:t> </a:t>
            </a:r>
            <a:r>
              <a:rPr lang="de-DE" dirty="0" err="1"/>
              <a:t>Managment</a:t>
            </a:r>
            <a:endParaRPr lang="de-DE" dirty="0"/>
          </a:p>
          <a:p>
            <a:pPr lvl="1"/>
            <a:r>
              <a:rPr lang="de-DE" dirty="0"/>
              <a:t>Infrastructure </a:t>
            </a:r>
            <a:r>
              <a:rPr lang="de-DE" dirty="0" err="1"/>
              <a:t>as</a:t>
            </a:r>
            <a:r>
              <a:rPr lang="de-DE" dirty="0"/>
              <a:t> Code</a:t>
            </a:r>
          </a:p>
          <a:p>
            <a:r>
              <a:rPr lang="de-DE" dirty="0"/>
              <a:t>Monitoring</a:t>
            </a:r>
          </a:p>
          <a:p>
            <a:pPr lvl="1"/>
            <a:r>
              <a:rPr lang="de-DE" dirty="0"/>
              <a:t>Metriken</a:t>
            </a:r>
          </a:p>
          <a:p>
            <a:pPr lvl="1"/>
            <a:r>
              <a:rPr lang="de-DE" dirty="0" err="1"/>
              <a:t>Logging</a:t>
            </a:r>
            <a:endParaRPr lang="de-DE" dirty="0"/>
          </a:p>
          <a:p>
            <a:pPr lvl="1"/>
            <a:r>
              <a:rPr lang="de-DE" dirty="0" err="1"/>
              <a:t>Incident</a:t>
            </a:r>
            <a:r>
              <a:rPr lang="de-DE" dirty="0"/>
              <a:t> Management</a:t>
            </a:r>
          </a:p>
          <a:p>
            <a:pPr lvl="1"/>
            <a:r>
              <a:rPr lang="de-DE" dirty="0" err="1"/>
              <a:t>Tracing</a:t>
            </a:r>
            <a:endParaRPr lang="de-DE" dirty="0"/>
          </a:p>
          <a:p>
            <a:endParaRPr lang="de-DE" dirty="0"/>
          </a:p>
        </p:txBody>
      </p:sp>
      <p:sp>
        <p:nvSpPr>
          <p:cNvPr id="17" name="Titel 1">
            <a:extLst>
              <a:ext uri="{FF2B5EF4-FFF2-40B4-BE49-F238E27FC236}">
                <a16:creationId xmlns:a16="http://schemas.microsoft.com/office/drawing/2014/main" id="{F4254D04-D36C-F043-9926-891C35A609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2" y="367944"/>
            <a:ext cx="10515600" cy="1325563"/>
          </a:xfrm>
        </p:spPr>
        <p:txBody>
          <a:bodyPr>
            <a:normAutofit/>
          </a:bodyPr>
          <a:lstStyle/>
          <a:p>
            <a:r>
              <a:rPr lang="de-DE" dirty="0"/>
              <a:t>Konfigurieren und Überwachen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4AE6BFDC-0289-164E-969C-77459F8F49BF}"/>
              </a:ext>
            </a:extLst>
          </p:cNvPr>
          <p:cNvSpPr txBox="1"/>
          <p:nvPr/>
        </p:nvSpPr>
        <p:spPr>
          <a:xfrm>
            <a:off x="5289755" y="97339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de-DE" dirty="0"/>
          </a:p>
        </p:txBody>
      </p:sp>
      <p:pic>
        <p:nvPicPr>
          <p:cNvPr id="3074" name="Picture 2" descr="Gitlab stage image">
            <a:extLst>
              <a:ext uri="{FF2B5EF4-FFF2-40B4-BE49-F238E27FC236}">
                <a16:creationId xmlns:a16="http://schemas.microsoft.com/office/drawing/2014/main" id="{74DFA925-1412-3F40-BB5E-EB16C971C4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998" y="1614850"/>
            <a:ext cx="5367286" cy="39094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hteck 3">
            <a:extLst>
              <a:ext uri="{FF2B5EF4-FFF2-40B4-BE49-F238E27FC236}">
                <a16:creationId xmlns:a16="http://schemas.microsoft.com/office/drawing/2014/main" id="{BC1DD089-499E-7C4A-9A9C-D950D81E1CB6}"/>
              </a:ext>
            </a:extLst>
          </p:cNvPr>
          <p:cNvSpPr/>
          <p:nvPr/>
        </p:nvSpPr>
        <p:spPr>
          <a:xfrm>
            <a:off x="6249298" y="5884606"/>
            <a:ext cx="56697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dirty="0"/>
              <a:t>https://</a:t>
            </a:r>
            <a:r>
              <a:rPr lang="de-DE" dirty="0" err="1"/>
              <a:t>about.gitlab.com</a:t>
            </a:r>
            <a:r>
              <a:rPr lang="de-DE" dirty="0"/>
              <a:t>/</a:t>
            </a:r>
            <a:r>
              <a:rPr lang="de-DE" dirty="0" err="1"/>
              <a:t>stages-devops-lifecycle</a:t>
            </a:r>
            <a:r>
              <a:rPr lang="de-DE" dirty="0"/>
              <a:t>/</a:t>
            </a:r>
            <a:r>
              <a:rPr lang="de-DE" dirty="0" err="1"/>
              <a:t>monitor</a:t>
            </a:r>
            <a:r>
              <a:rPr lang="de-DE" dirty="0"/>
              <a:t>/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CFED5F7F-F3FF-2E4D-A777-4A9470933E45}"/>
              </a:ext>
            </a:extLst>
          </p:cNvPr>
          <p:cNvSpPr/>
          <p:nvPr/>
        </p:nvSpPr>
        <p:spPr>
          <a:xfrm>
            <a:off x="456302" y="5884606"/>
            <a:ext cx="5792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dirty="0"/>
              <a:t>https://</a:t>
            </a:r>
            <a:r>
              <a:rPr lang="de-DE" dirty="0" err="1"/>
              <a:t>about.gitlab.com</a:t>
            </a:r>
            <a:r>
              <a:rPr lang="de-DE" dirty="0"/>
              <a:t>/</a:t>
            </a:r>
            <a:r>
              <a:rPr lang="de-DE" dirty="0" err="1"/>
              <a:t>stages-devops-lifecycle</a:t>
            </a:r>
            <a:r>
              <a:rPr lang="de-DE" dirty="0"/>
              <a:t>/</a:t>
            </a:r>
            <a:r>
              <a:rPr lang="de-DE" dirty="0" err="1"/>
              <a:t>configure</a:t>
            </a:r>
            <a:r>
              <a:rPr lang="de-DE" dirty="0"/>
              <a:t>/</a:t>
            </a:r>
          </a:p>
        </p:txBody>
      </p:sp>
      <p:pic>
        <p:nvPicPr>
          <p:cNvPr id="2" name="Picture 2" descr="Logo Volkshochschule Dresden">
            <a:extLst>
              <a:ext uri="{FF2B5EF4-FFF2-40B4-BE49-F238E27FC236}">
                <a16:creationId xmlns:a16="http://schemas.microsoft.com/office/drawing/2014/main" id="{3FE25D76-5B23-EB91-1257-0EC5A0D4B8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33547" y="86968"/>
            <a:ext cx="2226264" cy="5469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330976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C74B3A4-BA56-C64C-BD48-A9B0131775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788" y="-81412"/>
            <a:ext cx="10515600" cy="969018"/>
          </a:xfrm>
        </p:spPr>
        <p:txBody>
          <a:bodyPr/>
          <a:lstStyle/>
          <a:p>
            <a:pPr algn="ctr"/>
            <a:r>
              <a:rPr lang="de-DE" dirty="0"/>
              <a:t>Übungen</a:t>
            </a:r>
          </a:p>
        </p:txBody>
      </p:sp>
      <p:pic>
        <p:nvPicPr>
          <p:cNvPr id="5" name="Picture 8">
            <a:extLst>
              <a:ext uri="{FF2B5EF4-FFF2-40B4-BE49-F238E27FC236}">
                <a16:creationId xmlns:a16="http://schemas.microsoft.com/office/drawing/2014/main" id="{860B7B5E-CFD4-4B46-AE72-BB39D8162C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372" y="161041"/>
            <a:ext cx="662832" cy="6118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Logo Volkshochschule Dresden">
            <a:extLst>
              <a:ext uri="{FF2B5EF4-FFF2-40B4-BE49-F238E27FC236}">
                <a16:creationId xmlns:a16="http://schemas.microsoft.com/office/drawing/2014/main" id="{87DA2877-5B9F-D559-EBB9-971322686E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33547" y="86968"/>
            <a:ext cx="2226264" cy="5469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>
            <a:extLst>
              <a:ext uri="{FF2B5EF4-FFF2-40B4-BE49-F238E27FC236}">
                <a16:creationId xmlns:a16="http://schemas.microsoft.com/office/drawing/2014/main" id="{A1931C6B-5BCC-2B82-1A44-B2CFDD727E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1343365" y="5864313"/>
            <a:ext cx="747586" cy="7475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E634C40B-798E-D90B-3CA7-8DACD4C5EA66}"/>
              </a:ext>
            </a:extLst>
          </p:cNvPr>
          <p:cNvSpPr txBox="1"/>
          <p:nvPr/>
        </p:nvSpPr>
        <p:spPr>
          <a:xfrm>
            <a:off x="913204" y="583048"/>
            <a:ext cx="10002776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de-DE" dirty="0"/>
          </a:p>
          <a:p>
            <a:r>
              <a:rPr lang="de-DE" sz="2000" dirty="0"/>
              <a:t>Übung: Arbeiten an </a:t>
            </a:r>
            <a:r>
              <a:rPr lang="de-DE" sz="2000" dirty="0" err="1"/>
              <a:t>Issue</a:t>
            </a:r>
            <a:r>
              <a:rPr lang="de-DE" sz="2000" dirty="0"/>
              <a:t> (Team-Arbeit)</a:t>
            </a:r>
          </a:p>
          <a:p>
            <a:endParaRPr lang="de-DE" sz="2000" dirty="0"/>
          </a:p>
          <a:p>
            <a:pPr marL="342900" indent="-342900">
              <a:buAutoNum type="arabicPeriod"/>
            </a:pPr>
            <a:r>
              <a:rPr lang="de-DE" sz="2000" dirty="0"/>
              <a:t>Erstellt ein GitHub oder </a:t>
            </a:r>
            <a:r>
              <a:rPr lang="de-DE" sz="2000" dirty="0" err="1"/>
              <a:t>GitLab</a:t>
            </a:r>
            <a:r>
              <a:rPr lang="de-DE" sz="2000" dirty="0"/>
              <a:t> Account </a:t>
            </a:r>
          </a:p>
          <a:p>
            <a:pPr marL="342900" indent="-342900">
              <a:buAutoNum type="arabicPeriod"/>
            </a:pPr>
            <a:r>
              <a:rPr lang="de-DE" sz="2000" dirty="0"/>
              <a:t>Kursleiter lädt Dich zu einem GitHub und/oder </a:t>
            </a:r>
            <a:r>
              <a:rPr lang="de-DE" sz="2000" dirty="0" err="1"/>
              <a:t>GitLab</a:t>
            </a:r>
            <a:r>
              <a:rPr lang="de-DE" sz="2000" dirty="0"/>
              <a:t> – Projekt ein</a:t>
            </a:r>
          </a:p>
          <a:p>
            <a:pPr marL="342900" indent="-342900">
              <a:buAutoNum type="arabicPeriod"/>
            </a:pPr>
            <a:r>
              <a:rPr lang="de-DE" sz="2000" dirty="0"/>
              <a:t>Erstelle ein </a:t>
            </a:r>
            <a:r>
              <a:rPr lang="de-DE" sz="2000" dirty="0" err="1"/>
              <a:t>Issue</a:t>
            </a:r>
            <a:r>
              <a:rPr lang="de-DE" sz="2000" dirty="0"/>
              <a:t> in dem Projekt</a:t>
            </a:r>
          </a:p>
          <a:p>
            <a:pPr marL="342900" indent="-342900">
              <a:buAutoNum type="arabicPeriod"/>
            </a:pPr>
            <a:r>
              <a:rPr lang="de-DE" sz="2000" dirty="0"/>
              <a:t>Erstelle einen Branch aus dem </a:t>
            </a:r>
            <a:r>
              <a:rPr lang="de-DE" sz="2000" dirty="0" err="1"/>
              <a:t>Issue</a:t>
            </a:r>
            <a:r>
              <a:rPr lang="de-DE" sz="2000" dirty="0"/>
              <a:t> heraus</a:t>
            </a:r>
          </a:p>
          <a:p>
            <a:pPr marL="342900" indent="-342900">
              <a:buAutoNum type="arabicPeriod"/>
            </a:pPr>
            <a:r>
              <a:rPr lang="de-DE" sz="2000" dirty="0"/>
              <a:t>Clone das Projekt auf Deinen Computer und checke den </a:t>
            </a:r>
            <a:r>
              <a:rPr lang="de-DE" sz="2000" dirty="0" err="1"/>
              <a:t>Issue</a:t>
            </a:r>
            <a:r>
              <a:rPr lang="de-DE" sz="2000" dirty="0"/>
              <a:t> – Branch aus</a:t>
            </a:r>
          </a:p>
          <a:p>
            <a:pPr marL="342900" indent="-342900">
              <a:buAutoNum type="arabicPeriod"/>
            </a:pPr>
            <a:r>
              <a:rPr lang="de-DE" sz="2000" dirty="0"/>
              <a:t>Führe Änderungen auf dem </a:t>
            </a:r>
            <a:r>
              <a:rPr lang="de-DE" sz="2000" dirty="0" err="1"/>
              <a:t>Issue</a:t>
            </a:r>
            <a:r>
              <a:rPr lang="de-DE" sz="2000" dirty="0"/>
              <a:t>-Branch durch und erstelle einen PR/MR in den main-Branch des Projektes</a:t>
            </a:r>
          </a:p>
          <a:p>
            <a:pPr marL="342900" indent="-342900">
              <a:buAutoNum type="arabicPeriod"/>
            </a:pPr>
            <a:endParaRPr lang="de-DE" sz="2000" dirty="0"/>
          </a:p>
          <a:p>
            <a:r>
              <a:rPr lang="de-DE" sz="2000" dirty="0"/>
              <a:t>Übung: Fork-Ansatz (Open-Source-Weg)</a:t>
            </a:r>
          </a:p>
          <a:p>
            <a:pPr marL="342900" indent="-342900">
              <a:buAutoNum type="arabicPeriod"/>
            </a:pPr>
            <a:endParaRPr lang="de-DE" sz="2000" dirty="0"/>
          </a:p>
          <a:p>
            <a:pPr marL="342900" indent="-342900">
              <a:buAutoNum type="arabicPeriod"/>
            </a:pPr>
            <a:r>
              <a:rPr lang="de-DE" sz="2000" dirty="0"/>
              <a:t>Forke das Projekt in Deinen Account</a:t>
            </a:r>
          </a:p>
          <a:p>
            <a:pPr marL="342900" indent="-342900">
              <a:buAutoNum type="arabicPeriod"/>
            </a:pPr>
            <a:r>
              <a:rPr lang="de-DE" sz="2000" dirty="0"/>
              <a:t>Erstelle in Deinem </a:t>
            </a:r>
            <a:r>
              <a:rPr lang="de-DE" sz="2000" dirty="0" err="1"/>
              <a:t>geforkten</a:t>
            </a:r>
            <a:r>
              <a:rPr lang="de-DE" sz="2000" dirty="0"/>
              <a:t> Projekt ein </a:t>
            </a:r>
            <a:r>
              <a:rPr lang="de-DE" sz="2000" dirty="0" err="1"/>
              <a:t>Issue</a:t>
            </a:r>
            <a:r>
              <a:rPr lang="de-DE" sz="2000" dirty="0"/>
              <a:t> </a:t>
            </a:r>
          </a:p>
          <a:p>
            <a:pPr marL="342900" indent="-342900">
              <a:buAutoNum type="arabicPeriod"/>
            </a:pPr>
            <a:r>
              <a:rPr lang="de-DE" sz="2000" dirty="0"/>
              <a:t>Erstelle einen </a:t>
            </a:r>
            <a:r>
              <a:rPr lang="de-DE" sz="2000" dirty="0" err="1"/>
              <a:t>Issue</a:t>
            </a:r>
            <a:r>
              <a:rPr lang="de-DE" sz="2000" dirty="0"/>
              <a:t>-Branch</a:t>
            </a:r>
          </a:p>
          <a:p>
            <a:pPr marL="342900" indent="-342900">
              <a:buAutoNum type="arabicPeriod"/>
            </a:pPr>
            <a:r>
              <a:rPr lang="de-DE" sz="2000" dirty="0"/>
              <a:t>Clone das Projekt auf Deinen Computer und checke den </a:t>
            </a:r>
            <a:r>
              <a:rPr lang="de-DE" sz="2000" dirty="0" err="1"/>
              <a:t>Issue</a:t>
            </a:r>
            <a:r>
              <a:rPr lang="de-DE" sz="2000" dirty="0"/>
              <a:t> – Branch aus</a:t>
            </a:r>
          </a:p>
          <a:p>
            <a:pPr marL="342900" indent="-342900">
              <a:buAutoNum type="arabicPeriod"/>
            </a:pPr>
            <a:r>
              <a:rPr lang="de-DE" sz="2000" dirty="0"/>
              <a:t>Führe Änderungen in dem </a:t>
            </a:r>
            <a:r>
              <a:rPr lang="de-DE" sz="2000" dirty="0" err="1"/>
              <a:t>Issue</a:t>
            </a:r>
            <a:r>
              <a:rPr lang="de-DE" sz="2000" dirty="0"/>
              <a:t>-Branch durch und erstellen einen PR in den main-Branch des ursprünglichen </a:t>
            </a:r>
            <a:r>
              <a:rPr lang="de-DE" sz="2000" dirty="0" err="1"/>
              <a:t>Repositories</a:t>
            </a:r>
            <a:endParaRPr lang="de-DE" sz="2000" dirty="0"/>
          </a:p>
        </p:txBody>
      </p:sp>
    </p:spTree>
    <p:extLst>
      <p:ext uri="{BB962C8B-B14F-4D97-AF65-F5344CB8AC3E}">
        <p14:creationId xmlns:p14="http://schemas.microsoft.com/office/powerpoint/2010/main" val="33942668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705</Words>
  <Application>Microsoft Macintosh PowerPoint</Application>
  <PresentationFormat>Breitbild</PresentationFormat>
  <Paragraphs>141</Paragraphs>
  <Slides>17</Slides>
  <Notes>5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17</vt:i4>
      </vt:variant>
    </vt:vector>
  </HeadingPairs>
  <TitlesOfParts>
    <vt:vector size="22" baseType="lpstr">
      <vt:lpstr>Aptos</vt:lpstr>
      <vt:lpstr>Aptos Display</vt:lpstr>
      <vt:lpstr>Arial</vt:lpstr>
      <vt:lpstr>Wingdings</vt:lpstr>
      <vt:lpstr>Office</vt:lpstr>
      <vt:lpstr>Git -- From Zero To Hero –  GitHub und GitLab</vt:lpstr>
      <vt:lpstr>Inhalt</vt:lpstr>
      <vt:lpstr>GitHub</vt:lpstr>
      <vt:lpstr>PowerPoint-Präsentation</vt:lpstr>
      <vt:lpstr>Management-Projekt-Analyse</vt:lpstr>
      <vt:lpstr>Bauen und Testen</vt:lpstr>
      <vt:lpstr>Artefakt/Container-Erstellung</vt:lpstr>
      <vt:lpstr>Gitlab</vt:lpstr>
      <vt:lpstr>PowerPoint-Präsentation</vt:lpstr>
      <vt:lpstr>Management-Projekt-Analyse</vt:lpstr>
      <vt:lpstr>Planen und Entwickeln</vt:lpstr>
      <vt:lpstr>Bauen und Testen</vt:lpstr>
      <vt:lpstr>Artefakt/Container-Erstellung</vt:lpstr>
      <vt:lpstr>Sicherheitsprüfung</vt:lpstr>
      <vt:lpstr>Release</vt:lpstr>
      <vt:lpstr>Konfigurieren und Überwachen</vt:lpstr>
      <vt:lpstr>Übungen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Frank Zimmer</dc:creator>
  <cp:lastModifiedBy>Frank Zimmer</cp:lastModifiedBy>
  <cp:revision>1</cp:revision>
  <dcterms:created xsi:type="dcterms:W3CDTF">2025-08-08T18:52:08Z</dcterms:created>
  <dcterms:modified xsi:type="dcterms:W3CDTF">2025-09-02T17:27:45Z</dcterms:modified>
</cp:coreProperties>
</file>