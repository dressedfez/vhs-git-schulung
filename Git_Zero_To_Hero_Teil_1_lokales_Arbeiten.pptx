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3" r:id="rId17"/>
    <p:sldId id="272" r:id="rId18"/>
    <p:sldId id="274" r:id="rId19"/>
    <p:sldId id="275" r:id="rId20"/>
    <p:sldId id="276" r:id="rId21"/>
    <p:sldId id="282" r:id="rId22"/>
    <p:sldId id="283" r:id="rId23"/>
    <p:sldId id="284" r:id="rId24"/>
    <p:sldId id="285" r:id="rId25"/>
    <p:sldId id="286" r:id="rId26"/>
    <p:sldId id="277" r:id="rId27"/>
    <p:sldId id="278" r:id="rId28"/>
    <p:sldId id="279" r:id="rId29"/>
    <p:sldId id="297" r:id="rId30"/>
    <p:sldId id="299" r:id="rId31"/>
    <p:sldId id="298" r:id="rId32"/>
    <p:sldId id="300" r:id="rId33"/>
    <p:sldId id="287" r:id="rId34"/>
    <p:sldId id="288" r:id="rId35"/>
    <p:sldId id="295" r:id="rId36"/>
    <p:sldId id="289" r:id="rId37"/>
    <p:sldId id="290" r:id="rId38"/>
    <p:sldId id="291" r:id="rId39"/>
    <p:sldId id="292" r:id="rId40"/>
    <p:sldId id="293" r:id="rId41"/>
    <p:sldId id="294" r:id="rId42"/>
    <p:sldId id="296" r:id="rId43"/>
    <p:sldId id="302" r:id="rId4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08"/>
    <p:restoredTop sz="94658"/>
  </p:normalViewPr>
  <p:slideViewPr>
    <p:cSldViewPr snapToGrid="0">
      <p:cViewPr varScale="1">
        <p:scale>
          <a:sx n="106" d="100"/>
          <a:sy n="106" d="100"/>
        </p:scale>
        <p:origin x="7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Zimmer" userId="122a259f68519fcf" providerId="LiveId" clId="{D750316C-0C5B-F94F-A814-9833CA755010}"/>
    <pc:docChg chg="undo custSel addSld delSld modSld sldOrd">
      <pc:chgData name="Frank Zimmer" userId="122a259f68519fcf" providerId="LiveId" clId="{D750316C-0C5B-F94F-A814-9833CA755010}" dt="2025-07-16T05:32:16.602" v="1769"/>
      <pc:docMkLst>
        <pc:docMk/>
      </pc:docMkLst>
      <pc:sldChg chg="modSp mod">
        <pc:chgData name="Frank Zimmer" userId="122a259f68519fcf" providerId="LiveId" clId="{D750316C-0C5B-F94F-A814-9833CA755010}" dt="2025-07-08T19:50:20.832" v="684" actId="20577"/>
        <pc:sldMkLst>
          <pc:docMk/>
          <pc:sldMk cId="3623478043" sldId="266"/>
        </pc:sldMkLst>
      </pc:sldChg>
      <pc:sldChg chg="addSp delSp modSp add del mod">
        <pc:chgData name="Frank Zimmer" userId="122a259f68519fcf" providerId="LiveId" clId="{D750316C-0C5B-F94F-A814-9833CA755010}" dt="2025-07-07T12:37:45.317" v="9" actId="2696"/>
        <pc:sldMkLst>
          <pc:docMk/>
          <pc:sldMk cId="318420502" sldId="267"/>
        </pc:sldMkLst>
      </pc:sldChg>
      <pc:sldChg chg="addSp delSp modSp add mod delAnim">
        <pc:chgData name="Frank Zimmer" userId="122a259f68519fcf" providerId="LiveId" clId="{D750316C-0C5B-F94F-A814-9833CA755010}" dt="2025-07-08T15:57:31.666" v="85"/>
        <pc:sldMkLst>
          <pc:docMk/>
          <pc:sldMk cId="1608404538" sldId="268"/>
        </pc:sldMkLst>
      </pc:sldChg>
      <pc:sldChg chg="addSp delSp modSp add mod delAnim">
        <pc:chgData name="Frank Zimmer" userId="122a259f68519fcf" providerId="LiveId" clId="{D750316C-0C5B-F94F-A814-9833CA755010}" dt="2025-07-08T15:57:33.927" v="86"/>
        <pc:sldMkLst>
          <pc:docMk/>
          <pc:sldMk cId="3251367594" sldId="269"/>
        </pc:sldMkLst>
      </pc:sldChg>
      <pc:sldChg chg="addSp delSp modSp add mod">
        <pc:chgData name="Frank Zimmer" userId="122a259f68519fcf" providerId="LiveId" clId="{D750316C-0C5B-F94F-A814-9833CA755010}" dt="2025-07-08T15:57:35.814" v="87"/>
        <pc:sldMkLst>
          <pc:docMk/>
          <pc:sldMk cId="917757075" sldId="270"/>
        </pc:sldMkLst>
      </pc:sldChg>
      <pc:sldChg chg="addSp delSp modSp add mod">
        <pc:chgData name="Frank Zimmer" userId="122a259f68519fcf" providerId="LiveId" clId="{D750316C-0C5B-F94F-A814-9833CA755010}" dt="2025-07-08T16:33:40.016" v="667" actId="20577"/>
        <pc:sldMkLst>
          <pc:docMk/>
          <pc:sldMk cId="1075288761" sldId="271"/>
        </pc:sldMkLst>
      </pc:sldChg>
      <pc:sldChg chg="delSp modSp add del mod delAnim">
        <pc:chgData name="Frank Zimmer" userId="122a259f68519fcf" providerId="LiveId" clId="{D750316C-0C5B-F94F-A814-9833CA755010}" dt="2025-07-08T16:26:06.306" v="94" actId="2696"/>
        <pc:sldMkLst>
          <pc:docMk/>
          <pc:sldMk cId="3050907177" sldId="271"/>
        </pc:sldMkLst>
      </pc:sldChg>
      <pc:sldChg chg="addSp delSp modSp add mod modAnim">
        <pc:chgData name="Frank Zimmer" userId="122a259f68519fcf" providerId="LiveId" clId="{D750316C-0C5B-F94F-A814-9833CA755010}" dt="2025-07-08T20:22:44.908" v="929" actId="27636"/>
        <pc:sldMkLst>
          <pc:docMk/>
          <pc:sldMk cId="2128527070" sldId="272"/>
        </pc:sldMkLst>
      </pc:sldChg>
      <pc:sldChg chg="addSp delSp modSp add mod ord delAnim">
        <pc:chgData name="Frank Zimmer" userId="122a259f68519fcf" providerId="LiveId" clId="{D750316C-0C5B-F94F-A814-9833CA755010}" dt="2025-07-08T20:08:59.776" v="707" actId="20578"/>
        <pc:sldMkLst>
          <pc:docMk/>
          <pc:sldMk cId="2509229245" sldId="273"/>
        </pc:sldMkLst>
      </pc:sldChg>
      <pc:sldChg chg="addSp delSp modSp add mod modAnim">
        <pc:chgData name="Frank Zimmer" userId="122a259f68519fcf" providerId="LiveId" clId="{D750316C-0C5B-F94F-A814-9833CA755010}" dt="2025-07-08T20:45:02.972" v="961" actId="478"/>
        <pc:sldMkLst>
          <pc:docMk/>
          <pc:sldMk cId="1689044353" sldId="274"/>
        </pc:sldMkLst>
      </pc:sldChg>
      <pc:sldChg chg="addSp delSp modSp add mod delAnim modAnim">
        <pc:chgData name="Frank Zimmer" userId="122a259f68519fcf" providerId="LiveId" clId="{D750316C-0C5B-F94F-A814-9833CA755010}" dt="2025-07-08T20:54:31.665" v="1114" actId="1076"/>
        <pc:sldMkLst>
          <pc:docMk/>
          <pc:sldMk cId="1666177572" sldId="275"/>
        </pc:sldMkLst>
      </pc:sldChg>
      <pc:sldChg chg="addSp delSp modSp add mod">
        <pc:chgData name="Frank Zimmer" userId="122a259f68519fcf" providerId="LiveId" clId="{D750316C-0C5B-F94F-A814-9833CA755010}" dt="2025-07-15T15:57:22.847" v="1673" actId="1076"/>
        <pc:sldMkLst>
          <pc:docMk/>
          <pc:sldMk cId="584422704" sldId="276"/>
        </pc:sldMkLst>
      </pc:sldChg>
      <pc:sldChg chg="add del">
        <pc:chgData name="Frank Zimmer" userId="122a259f68519fcf" providerId="LiveId" clId="{D750316C-0C5B-F94F-A814-9833CA755010}" dt="2025-07-08T20:47:31.897" v="1047"/>
        <pc:sldMkLst>
          <pc:docMk/>
          <pc:sldMk cId="3833139612" sldId="276"/>
        </pc:sldMkLst>
      </pc:sldChg>
      <pc:sldChg chg="addSp modSp add">
        <pc:chgData name="Frank Zimmer" userId="122a259f68519fcf" providerId="LiveId" clId="{D750316C-0C5B-F94F-A814-9833CA755010}" dt="2025-07-15T16:11:26.044" v="1700"/>
        <pc:sldMkLst>
          <pc:docMk/>
          <pc:sldMk cId="664605919" sldId="277"/>
        </pc:sldMkLst>
      </pc:sldChg>
      <pc:sldChg chg="addSp modSp add">
        <pc:chgData name="Frank Zimmer" userId="122a259f68519fcf" providerId="LiveId" clId="{D750316C-0C5B-F94F-A814-9833CA755010}" dt="2025-07-15T16:12:16.580" v="1703"/>
        <pc:sldMkLst>
          <pc:docMk/>
          <pc:sldMk cId="2307003122" sldId="278"/>
        </pc:sldMkLst>
      </pc:sldChg>
      <pc:sldChg chg="addSp modSp add">
        <pc:chgData name="Frank Zimmer" userId="122a259f68519fcf" providerId="LiveId" clId="{D750316C-0C5B-F94F-A814-9833CA755010}" dt="2025-07-15T16:12:17.845" v="1704"/>
        <pc:sldMkLst>
          <pc:docMk/>
          <pc:sldMk cId="4012089061" sldId="279"/>
        </pc:sldMkLst>
      </pc:sldChg>
      <pc:sldChg chg="addSp modSp add">
        <pc:chgData name="Frank Zimmer" userId="122a259f68519fcf" providerId="LiveId" clId="{D750316C-0C5B-F94F-A814-9833CA755010}" dt="2025-07-15T15:57:53.190" v="1675"/>
        <pc:sldMkLst>
          <pc:docMk/>
          <pc:sldMk cId="1143815111" sldId="282"/>
        </pc:sldMkLst>
      </pc:sldChg>
      <pc:sldChg chg="addSp modSp add mod">
        <pc:chgData name="Frank Zimmer" userId="122a259f68519fcf" providerId="LiveId" clId="{D750316C-0C5B-F94F-A814-9833CA755010}" dt="2025-07-15T16:09:10.375" v="1694" actId="1076"/>
        <pc:sldMkLst>
          <pc:docMk/>
          <pc:sldMk cId="1661471174" sldId="283"/>
        </pc:sldMkLst>
      </pc:sldChg>
      <pc:sldChg chg="addSp modSp add">
        <pc:chgData name="Frank Zimmer" userId="122a259f68519fcf" providerId="LiveId" clId="{D750316C-0C5B-F94F-A814-9833CA755010}" dt="2025-07-15T16:08:50.160" v="1683"/>
        <pc:sldMkLst>
          <pc:docMk/>
          <pc:sldMk cId="3351439740" sldId="284"/>
        </pc:sldMkLst>
      </pc:sldChg>
      <pc:sldChg chg="addSp modSp add">
        <pc:chgData name="Frank Zimmer" userId="122a259f68519fcf" providerId="LiveId" clId="{D750316C-0C5B-F94F-A814-9833CA755010}" dt="2025-07-15T16:10:57.094" v="1696"/>
        <pc:sldMkLst>
          <pc:docMk/>
          <pc:sldMk cId="3272481664" sldId="285"/>
        </pc:sldMkLst>
      </pc:sldChg>
      <pc:sldChg chg="addSp modSp add">
        <pc:chgData name="Frank Zimmer" userId="122a259f68519fcf" providerId="LiveId" clId="{D750316C-0C5B-F94F-A814-9833CA755010}" dt="2025-07-15T16:11:24.288" v="1699"/>
        <pc:sldMkLst>
          <pc:docMk/>
          <pc:sldMk cId="1909403801" sldId="286"/>
        </pc:sldMkLst>
      </pc:sldChg>
      <pc:sldChg chg="addSp modSp add mod">
        <pc:chgData name="Frank Zimmer" userId="122a259f68519fcf" providerId="LiveId" clId="{D750316C-0C5B-F94F-A814-9833CA755010}" dt="2025-07-15T19:51:56.186" v="1720"/>
        <pc:sldMkLst>
          <pc:docMk/>
          <pc:sldMk cId="2285677490" sldId="287"/>
        </pc:sldMkLst>
      </pc:sldChg>
      <pc:sldChg chg="delSp add del setBg delDesignElem">
        <pc:chgData name="Frank Zimmer" userId="122a259f68519fcf" providerId="LiveId" clId="{D750316C-0C5B-F94F-A814-9833CA755010}" dt="2025-07-15T19:50:59.308" v="1718" actId="2696"/>
        <pc:sldMkLst>
          <pc:docMk/>
          <pc:sldMk cId="2532238560" sldId="288"/>
        </pc:sldMkLst>
      </pc:sldChg>
      <pc:sldChg chg="addSp modSp add">
        <pc:chgData name="Frank Zimmer" userId="122a259f68519fcf" providerId="LiveId" clId="{D750316C-0C5B-F94F-A814-9833CA755010}" dt="2025-07-15T19:51:57.725" v="1721"/>
        <pc:sldMkLst>
          <pc:docMk/>
          <pc:sldMk cId="3421160841" sldId="288"/>
        </pc:sldMkLst>
      </pc:sldChg>
      <pc:sldChg chg="addSp modSp add">
        <pc:chgData name="Frank Zimmer" userId="122a259f68519fcf" providerId="LiveId" clId="{D750316C-0C5B-F94F-A814-9833CA755010}" dt="2025-07-15T19:52:25.831" v="1723"/>
        <pc:sldMkLst>
          <pc:docMk/>
          <pc:sldMk cId="96144136" sldId="289"/>
        </pc:sldMkLst>
      </pc:sldChg>
      <pc:sldChg chg="addSp modSp add mod">
        <pc:chgData name="Frank Zimmer" userId="122a259f68519fcf" providerId="LiveId" clId="{D750316C-0C5B-F94F-A814-9833CA755010}" dt="2025-07-15T19:53:03.843" v="1728"/>
        <pc:sldMkLst>
          <pc:docMk/>
          <pc:sldMk cId="1131298049" sldId="290"/>
        </pc:sldMkLst>
      </pc:sldChg>
      <pc:sldChg chg="addSp modSp add mod">
        <pc:chgData name="Frank Zimmer" userId="122a259f68519fcf" providerId="LiveId" clId="{D750316C-0C5B-F94F-A814-9833CA755010}" dt="2025-07-15T19:53:49.361" v="1738" actId="113"/>
        <pc:sldMkLst>
          <pc:docMk/>
          <pc:sldMk cId="676795705" sldId="291"/>
        </pc:sldMkLst>
      </pc:sldChg>
      <pc:sldChg chg="addSp delSp modSp add mod delAnim modAnim">
        <pc:chgData name="Frank Zimmer" userId="122a259f68519fcf" providerId="LiveId" clId="{D750316C-0C5B-F94F-A814-9833CA755010}" dt="2025-07-15T20:04:11.375" v="1748"/>
        <pc:sldMkLst>
          <pc:docMk/>
          <pc:sldMk cId="2576170490" sldId="292"/>
        </pc:sldMkLst>
      </pc:sldChg>
      <pc:sldChg chg="addSp modSp add mod">
        <pc:chgData name="Frank Zimmer" userId="122a259f68519fcf" providerId="LiveId" clId="{D750316C-0C5B-F94F-A814-9833CA755010}" dt="2025-07-15T20:05:22.644" v="1767"/>
        <pc:sldMkLst>
          <pc:docMk/>
          <pc:sldMk cId="3153796979" sldId="293"/>
        </pc:sldMkLst>
      </pc:sldChg>
      <pc:sldChg chg="addSp modSp add">
        <pc:chgData name="Frank Zimmer" userId="122a259f68519fcf" providerId="LiveId" clId="{D750316C-0C5B-F94F-A814-9833CA755010}" dt="2025-07-16T05:32:16.602" v="1769"/>
        <pc:sldMkLst>
          <pc:docMk/>
          <pc:sldMk cId="3921621863" sldId="294"/>
        </pc:sldMkLst>
      </pc:sldChg>
    </pc:docChg>
  </pc:docChgLst>
  <pc:docChgLst>
    <pc:chgData name="Frank Zimmer" userId="122a259f68519fcf" providerId="LiveId" clId="{9A669991-8E39-0547-9F2C-412DF40B8BCD}"/>
    <pc:docChg chg="undo custSel addSld modSld">
      <pc:chgData name="Frank Zimmer" userId="122a259f68519fcf" providerId="LiveId" clId="{9A669991-8E39-0547-9F2C-412DF40B8BCD}" dt="2025-05-17T10:26:21.359" v="1353" actId="1038"/>
      <pc:docMkLst>
        <pc:docMk/>
      </pc:docMkLst>
      <pc:sldChg chg="addSp modSp mod setBg">
        <pc:chgData name="Frank Zimmer" userId="122a259f68519fcf" providerId="LiveId" clId="{9A669991-8E39-0547-9F2C-412DF40B8BCD}" dt="2025-05-17T08:28:19.266" v="77" actId="1076"/>
        <pc:sldMkLst>
          <pc:docMk/>
          <pc:sldMk cId="1478079098" sldId="256"/>
        </pc:sldMkLst>
      </pc:sldChg>
      <pc:sldChg chg="addSp delSp modSp mod setBg">
        <pc:chgData name="Frank Zimmer" userId="122a259f68519fcf" providerId="LiveId" clId="{9A669991-8E39-0547-9F2C-412DF40B8BCD}" dt="2025-05-17T08:40:01.987" v="220"/>
        <pc:sldMkLst>
          <pc:docMk/>
          <pc:sldMk cId="1676713043" sldId="257"/>
        </pc:sldMkLst>
      </pc:sldChg>
      <pc:sldChg chg="addSp delSp modSp add mod">
        <pc:chgData name="Frank Zimmer" userId="122a259f68519fcf" providerId="LiveId" clId="{9A669991-8E39-0547-9F2C-412DF40B8BCD}" dt="2025-05-17T08:29:03.398" v="79" actId="1076"/>
        <pc:sldMkLst>
          <pc:docMk/>
          <pc:sldMk cId="2263369930" sldId="258"/>
        </pc:sldMkLst>
      </pc:sldChg>
      <pc:sldChg chg="addSp delSp modSp add mod">
        <pc:chgData name="Frank Zimmer" userId="122a259f68519fcf" providerId="LiveId" clId="{9A669991-8E39-0547-9F2C-412DF40B8BCD}" dt="2025-05-17T08:38:07.428" v="212" actId="20577"/>
        <pc:sldMkLst>
          <pc:docMk/>
          <pc:sldMk cId="3903455287" sldId="259"/>
        </pc:sldMkLst>
      </pc:sldChg>
      <pc:sldChg chg="addSp delSp modSp add mod">
        <pc:chgData name="Frank Zimmer" userId="122a259f68519fcf" providerId="LiveId" clId="{9A669991-8E39-0547-9F2C-412DF40B8BCD}" dt="2025-05-17T08:35:39.225" v="207" actId="20577"/>
        <pc:sldMkLst>
          <pc:docMk/>
          <pc:sldMk cId="414642859" sldId="260"/>
        </pc:sldMkLst>
      </pc:sldChg>
      <pc:sldChg chg="addSp delSp modSp add mod">
        <pc:chgData name="Frank Zimmer" userId="122a259f68519fcf" providerId="LiveId" clId="{9A669991-8E39-0547-9F2C-412DF40B8BCD}" dt="2025-05-17T09:17:11.339" v="905" actId="207"/>
        <pc:sldMkLst>
          <pc:docMk/>
          <pc:sldMk cId="4238111076" sldId="261"/>
        </pc:sldMkLst>
      </pc:sldChg>
      <pc:sldChg chg="addSp delSp modSp add mod">
        <pc:chgData name="Frank Zimmer" userId="122a259f68519fcf" providerId="LiveId" clId="{9A669991-8E39-0547-9F2C-412DF40B8BCD}" dt="2025-05-17T09:02:54.737" v="890" actId="20577"/>
        <pc:sldMkLst>
          <pc:docMk/>
          <pc:sldMk cId="3381623685" sldId="262"/>
        </pc:sldMkLst>
      </pc:sldChg>
      <pc:sldChg chg="addSp delSp modSp add mod delAnim modAnim">
        <pc:chgData name="Frank Zimmer" userId="122a259f68519fcf" providerId="LiveId" clId="{9A669991-8E39-0547-9F2C-412DF40B8BCD}" dt="2025-05-17T10:05:47.239" v="1231" actId="732"/>
        <pc:sldMkLst>
          <pc:docMk/>
          <pc:sldMk cId="4207265018" sldId="263"/>
        </pc:sldMkLst>
      </pc:sldChg>
      <pc:sldChg chg="addSp delSp modSp add mod delAnim modAnim">
        <pc:chgData name="Frank Zimmer" userId="122a259f68519fcf" providerId="LiveId" clId="{9A669991-8E39-0547-9F2C-412DF40B8BCD}" dt="2025-05-17T09:39:00.817" v="1230" actId="14100"/>
        <pc:sldMkLst>
          <pc:docMk/>
          <pc:sldMk cId="3313725668" sldId="264"/>
        </pc:sldMkLst>
      </pc:sldChg>
      <pc:sldChg chg="addSp delSp modSp add mod delAnim modAnim">
        <pc:chgData name="Frank Zimmer" userId="122a259f68519fcf" providerId="LiveId" clId="{9A669991-8E39-0547-9F2C-412DF40B8BCD}" dt="2025-05-17T10:10:17.255" v="1315" actId="20577"/>
        <pc:sldMkLst>
          <pc:docMk/>
          <pc:sldMk cId="3288405644" sldId="265"/>
        </pc:sldMkLst>
      </pc:sldChg>
      <pc:sldChg chg="addSp delSp modSp add mod delAnim modAnim">
        <pc:chgData name="Frank Zimmer" userId="122a259f68519fcf" providerId="LiveId" clId="{9A669991-8E39-0547-9F2C-412DF40B8BCD}" dt="2025-05-17T10:26:21.359" v="1353" actId="1038"/>
        <pc:sldMkLst>
          <pc:docMk/>
          <pc:sldMk cId="3623478043" sldId="266"/>
        </pc:sldMkLst>
      </pc:sldChg>
    </pc:docChg>
  </pc:docChgLst>
  <pc:docChgLst>
    <pc:chgData name="Frank Zimmer" userId="122a259f68519fcf" providerId="Windows Live" clId="Web-{BE6D5BD6-719A-C0B4-9F18-D46D90A3C6D7}"/>
    <pc:docChg chg="modSld">
      <pc:chgData name="Frank Zimmer" userId="122a259f68519fcf" providerId="Windows Live" clId="Web-{BE6D5BD6-719A-C0B4-9F18-D46D90A3C6D7}" dt="2025-07-03T19:44:10.433" v="4" actId="20577"/>
      <pc:docMkLst>
        <pc:docMk/>
      </pc:docMkLst>
      <pc:sldChg chg="modSp">
        <pc:chgData name="Frank Zimmer" userId="122a259f68519fcf" providerId="Windows Live" clId="Web-{BE6D5BD6-719A-C0B4-9F18-D46D90A3C6D7}" dt="2025-07-03T19:44:10.433" v="4" actId="20577"/>
        <pc:sldMkLst>
          <pc:docMk/>
          <pc:sldMk cId="4238111076" sldId="261"/>
        </pc:sldMkLst>
      </pc:sldChg>
      <pc:sldChg chg="modSp">
        <pc:chgData name="Frank Zimmer" userId="122a259f68519fcf" providerId="Windows Live" clId="Web-{BE6D5BD6-719A-C0B4-9F18-D46D90A3C6D7}" dt="2025-07-03T19:42:29.070" v="0" actId="20577"/>
        <pc:sldMkLst>
          <pc:docMk/>
          <pc:sldMk cId="3288405644" sldId="265"/>
        </pc:sldMkLst>
      </pc:sldChg>
    </pc:docChg>
  </pc:docChgLst>
  <pc:docChgLst>
    <pc:chgData name="Frank Zimmer" userId="122a259f68519fcf" providerId="LiveId" clId="{9AF7EE9B-DD6B-5ECE-9A0F-E11256467C50}"/>
    <pc:docChg chg="modSld">
      <pc:chgData name="Frank Zimmer" userId="122a259f68519fcf" providerId="LiveId" clId="{9AF7EE9B-DD6B-5ECE-9A0F-E11256467C50}" dt="2025-09-02T17:28:07.185" v="5" actId="20577"/>
      <pc:docMkLst>
        <pc:docMk/>
      </pc:docMkLst>
      <pc:sldChg chg="modSp mod">
        <pc:chgData name="Frank Zimmer" userId="122a259f68519fcf" providerId="LiveId" clId="{9AF7EE9B-DD6B-5ECE-9A0F-E11256467C50}" dt="2025-09-02T17:28:07.185" v="5" actId="20577"/>
        <pc:sldMkLst>
          <pc:docMk/>
          <pc:sldMk cId="1478079098" sldId="256"/>
        </pc:sldMkLst>
        <pc:spChg chg="mod">
          <ac:chgData name="Frank Zimmer" userId="122a259f68519fcf" providerId="LiveId" clId="{9AF7EE9B-DD6B-5ECE-9A0F-E11256467C50}" dt="2025-09-02T17:28:07.185" v="5" actId="20577"/>
          <ac:spMkLst>
            <pc:docMk/>
            <pc:sldMk cId="1478079098" sldId="256"/>
            <ac:spMk id="5" creationId="{585656A7-F367-ECE3-5C8B-FDB78DB22790}"/>
          </ac:spMkLst>
        </pc:spChg>
      </pc:sldChg>
    </pc:docChg>
  </pc:docChgLst>
  <pc:docChgLst>
    <pc:chgData name="Frank Zimmer" userId="122a259f68519fcf" providerId="LiveId" clId="{7A49DFAA-4EBF-2141-B778-786A5C0A67C9}"/>
    <pc:docChg chg="custSel addSld delSld modSld">
      <pc:chgData name="Frank Zimmer" userId="122a259f68519fcf" providerId="LiveId" clId="{7A49DFAA-4EBF-2141-B778-786A5C0A67C9}" dt="2025-07-29T19:52:48.368" v="1120" actId="2696"/>
      <pc:docMkLst>
        <pc:docMk/>
      </pc:docMkLst>
      <pc:sldChg chg="addSp modSp mod setBg">
        <pc:chgData name="Frank Zimmer" userId="122a259f68519fcf" providerId="LiveId" clId="{7A49DFAA-4EBF-2141-B778-786A5C0A67C9}" dt="2025-07-27T16:52:30.568" v="28" actId="26606"/>
        <pc:sldMkLst>
          <pc:docMk/>
          <pc:sldMk cId="3421160841" sldId="288"/>
        </pc:sldMkLst>
      </pc:sldChg>
      <pc:sldChg chg="modSp">
        <pc:chgData name="Frank Zimmer" userId="122a259f68519fcf" providerId="LiveId" clId="{7A49DFAA-4EBF-2141-B778-786A5C0A67C9}" dt="2025-07-27T16:47:24.557" v="0"/>
        <pc:sldMkLst>
          <pc:docMk/>
          <pc:sldMk cId="2576170490" sldId="292"/>
        </pc:sldMkLst>
      </pc:sldChg>
      <pc:sldChg chg="modSp">
        <pc:chgData name="Frank Zimmer" userId="122a259f68519fcf" providerId="LiveId" clId="{7A49DFAA-4EBF-2141-B778-786A5C0A67C9}" dt="2025-07-27T16:48:06.174" v="17" actId="20577"/>
        <pc:sldMkLst>
          <pc:docMk/>
          <pc:sldMk cId="3921621863" sldId="294"/>
        </pc:sldMkLst>
      </pc:sldChg>
      <pc:sldChg chg="add">
        <pc:chgData name="Frank Zimmer" userId="122a259f68519fcf" providerId="LiveId" clId="{7A49DFAA-4EBF-2141-B778-786A5C0A67C9}" dt="2025-07-27T16:48:51.112" v="18"/>
        <pc:sldMkLst>
          <pc:docMk/>
          <pc:sldMk cId="660423063" sldId="295"/>
        </pc:sldMkLst>
      </pc:sldChg>
      <pc:sldChg chg="addSp modSp add">
        <pc:chgData name="Frank Zimmer" userId="122a259f68519fcf" providerId="LiveId" clId="{7A49DFAA-4EBF-2141-B778-786A5C0A67C9}" dt="2025-07-28T19:27:37.278" v="30"/>
        <pc:sldMkLst>
          <pc:docMk/>
          <pc:sldMk cId="1963108578" sldId="296"/>
        </pc:sldMkLst>
      </pc:sldChg>
      <pc:sldChg chg="addSp delSp modSp add mod">
        <pc:chgData name="Frank Zimmer" userId="122a259f68519fcf" providerId="LiveId" clId="{7A49DFAA-4EBF-2141-B778-786A5C0A67C9}" dt="2025-07-28T19:34:46.063" v="523" actId="1076"/>
        <pc:sldMkLst>
          <pc:docMk/>
          <pc:sldMk cId="1897497124" sldId="297"/>
        </pc:sldMkLst>
      </pc:sldChg>
      <pc:sldChg chg="addSp delSp modSp add mod">
        <pc:chgData name="Frank Zimmer" userId="122a259f68519fcf" providerId="LiveId" clId="{7A49DFAA-4EBF-2141-B778-786A5C0A67C9}" dt="2025-07-28T19:46:10.501" v="603" actId="20577"/>
        <pc:sldMkLst>
          <pc:docMk/>
          <pc:sldMk cId="3677321477" sldId="298"/>
        </pc:sldMkLst>
      </pc:sldChg>
      <pc:sldChg chg="add del">
        <pc:chgData name="Frank Zimmer" userId="122a259f68519fcf" providerId="LiveId" clId="{7A49DFAA-4EBF-2141-B778-786A5C0A67C9}" dt="2025-07-28T19:37:19.254" v="525"/>
        <pc:sldMkLst>
          <pc:docMk/>
          <pc:sldMk cId="4184237183" sldId="298"/>
        </pc:sldMkLst>
      </pc:sldChg>
      <pc:sldChg chg="add del">
        <pc:chgData name="Frank Zimmer" userId="122a259f68519fcf" providerId="LiveId" clId="{7A49DFAA-4EBF-2141-B778-786A5C0A67C9}" dt="2025-07-28T19:40:25.675" v="534" actId="2696"/>
        <pc:sldMkLst>
          <pc:docMk/>
          <pc:sldMk cId="747085206" sldId="299"/>
        </pc:sldMkLst>
      </pc:sldChg>
      <pc:sldChg chg="delSp modSp add mod">
        <pc:chgData name="Frank Zimmer" userId="122a259f68519fcf" providerId="LiveId" clId="{7A49DFAA-4EBF-2141-B778-786A5C0A67C9}" dt="2025-07-28T19:46:43.194" v="611" actId="1076"/>
        <pc:sldMkLst>
          <pc:docMk/>
          <pc:sldMk cId="788617117" sldId="299"/>
        </pc:sldMkLst>
      </pc:sldChg>
      <pc:sldChg chg="delSp add del">
        <pc:chgData name="Frank Zimmer" userId="122a259f68519fcf" providerId="LiveId" clId="{7A49DFAA-4EBF-2141-B778-786A5C0A67C9}" dt="2025-07-28T19:40:06.222" v="532" actId="2696"/>
        <pc:sldMkLst>
          <pc:docMk/>
          <pc:sldMk cId="1401662635" sldId="299"/>
        </pc:sldMkLst>
      </pc:sldChg>
      <pc:sldChg chg="add del">
        <pc:chgData name="Frank Zimmer" userId="122a259f68519fcf" providerId="LiveId" clId="{7A49DFAA-4EBF-2141-B778-786A5C0A67C9}" dt="2025-07-28T19:40:03.639" v="531" actId="2696"/>
        <pc:sldMkLst>
          <pc:docMk/>
          <pc:sldMk cId="1244886557" sldId="300"/>
        </pc:sldMkLst>
      </pc:sldChg>
      <pc:sldChg chg="delSp modSp add mod">
        <pc:chgData name="Frank Zimmer" userId="122a259f68519fcf" providerId="LiveId" clId="{7A49DFAA-4EBF-2141-B778-786A5C0A67C9}" dt="2025-07-28T19:47:21.079" v="621" actId="1076"/>
        <pc:sldMkLst>
          <pc:docMk/>
          <pc:sldMk cId="2129034488" sldId="300"/>
        </pc:sldMkLst>
      </pc:sldChg>
      <pc:sldChg chg="delSp add del mod">
        <pc:chgData name="Frank Zimmer" userId="122a259f68519fcf" providerId="LiveId" clId="{7A49DFAA-4EBF-2141-B778-786A5C0A67C9}" dt="2025-07-29T19:52:48.368" v="1120" actId="2696"/>
        <pc:sldMkLst>
          <pc:docMk/>
          <pc:sldMk cId="1835112636" sldId="301"/>
        </pc:sldMkLst>
      </pc:sldChg>
      <pc:sldChg chg="addSp delSp modSp add mod">
        <pc:chgData name="Frank Zimmer" userId="122a259f68519fcf" providerId="LiveId" clId="{7A49DFAA-4EBF-2141-B778-786A5C0A67C9}" dt="2025-07-29T19:52:42.802" v="1119" actId="1076"/>
        <pc:sldMkLst>
          <pc:docMk/>
          <pc:sldMk cId="1018624715" sldId="3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F1A24-FD49-7148-A941-0B3D8DE9898F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1B4C5-ECB8-AA49-8481-DFC1768FB4C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381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1B4C5-ECB8-AA49-8481-DFC1768FB4C1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5154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1307-42DE-47C8-A181-B5A7A4688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9EF0482-D916-92BA-9265-845893346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F754C0F-5E10-34D3-EE76-739E99066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E32D6F-13BB-10A9-E24E-5E6CFFC37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1B4C5-ECB8-AA49-8481-DFC1768FB4C1}" type="slidenum">
              <a:rPr lang="de-DE" smtClean="0"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663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63DC2-03C0-8C7A-329E-6B9127647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206B4E5-E458-AD55-F8EC-0C3575C8E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45F4653-D606-2CE4-9455-CA7FF5CD4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169801-1F63-75E9-4D41-4D2035F5E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1B4C5-ECB8-AA49-8481-DFC1768FB4C1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4855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F21A0C-F02D-0EED-FF43-D875F355E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1835F48-B616-8B93-AABF-7B7ED527D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E55C00-5962-CBB3-2144-F03FB589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2E8763-6405-0D2B-360D-2D50E5C8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516130-0BC7-8D93-F9FD-8B9D1AF5F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9266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74C86-C3A8-F2A4-1467-E07B6920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91F3A8-B6C7-42A0-6C21-0AFFE45CB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B2E31D-60B5-8718-656D-68CBFF98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484FE2-F1EE-BA46-E6DD-595A906C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E1855B-389C-00F0-D94B-A5399B376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64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3F66B6-549A-DBDB-31D6-58169ED3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B4D53F-D72E-D150-7BBB-72BDF6893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2A5ABA-9154-C7D9-B657-FE1E2AC4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D4E2BE-53F8-C41E-EB9E-21AD78720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9050F7-938F-BDCE-45E6-8307C6A9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10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F0F530-4D93-F295-D534-1CB7A723F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B7087F-7706-42E0-71CA-176288F6A7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0E47CC-9648-0939-67A9-6C10FD06D3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D5F509-79AB-D926-4B19-8F2BB231B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665748-7A69-6B71-8D71-8B701064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D2F6D4-480B-DC3C-00BB-93EE3543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3526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F97898-B0BC-BAAB-D3B2-F8578D11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DB86E60-67AA-F7C5-9229-6F7007C1F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AC6633D-7485-C849-8AD9-00AA771F0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6CC8D5A-7AC8-942C-A705-6F18DB274A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5E1711A-6B26-E4D7-FEBD-55DC1DEF8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1BEEBD7-EB35-41EE-1A2D-544BF7239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DB37470-B7AB-8BD2-9776-E4CA91945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6204265-E99D-0378-8565-56150FEE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862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2995E9-08D7-DFD8-27F1-5C8DF676C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03C26FB-E251-78A0-7AB5-3F29CF88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7894A3F-29CE-6DAA-7541-4351C62D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4CCFB7C-5F5E-6602-A65E-2C30BE2D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6679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583EB0-95C7-7D04-DE7C-D7D1C79BB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153E02-4FE6-E0D1-EB28-FC21C0E8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CE5A702-21E5-5BA2-024F-E8D68A6C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D1DE83-E090-CDEB-167A-BFB43A76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09E1B9-D096-2353-D6A4-E7439B08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0BDE188-AD25-F9AC-4BCC-EC6CA02C9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18ED9C-A794-4ABE-BBCF-A212D1C2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ADDF37-3608-F8A6-2764-9A04D827C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E918B57-AACD-6CA8-3B7B-68576AFA3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616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9C87F7-249F-07B6-FF19-FF2753B6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58CA418-CCA5-866E-8F36-CD5751232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B99E993-F5FE-2F17-EA8F-DC65D626D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F133F60-3C12-690C-E5EB-303CF45B3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04FB8B-C782-3D6C-7936-C0B37C5BC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EF9F786-3183-9745-3324-91B43972E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358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B79A6C-C8BD-CDE8-7932-DF476885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7F6550-8705-F04D-51D8-6FC65D126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85FCAE-794E-B904-8D90-471C5288E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1F1AE4-617D-9B93-8224-6FB310ADC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79D5E3-1061-E42A-3476-C7AAEE65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63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48952F6-E26D-B9DA-D3FD-C2FFFDEAC3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A46CDDA-776E-82BB-1AF2-2E0F16F8E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58D423-FA18-9B4C-020F-FF7666C2C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771CBC-84D2-2483-71F5-8B4436F5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E40090-9F58-2B79-4381-020C42CD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3889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821D652-022B-50CE-1137-7E9AAC88C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118C100-9857-2F1E-4D83-5DE805A18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71AD2B-5099-7B00-7379-99906C329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6960E-B291-F94F-BF53-7A0F219CC88C}" type="datetimeFigureOut">
              <a:rPr lang="de-DE" smtClean="0"/>
              <a:t>02.09.25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2E3B2D-17A4-DD97-9715-F5F3F28F99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2E476FD-F681-449E-EFB1-3B1B745B4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1821B-33A2-CB47-9754-24EECE6BAFD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2357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-scm.com/docs/git-log#_commit_formatting" TargetMode="External"/><Relationship Id="rId5" Type="http://schemas.openxmlformats.org/officeDocument/2006/relationships/hyperlink" Target="https://git-scm.com/docs/git-log#_commit_limiting" TargetMode="External"/><Relationship Id="rId4" Type="http://schemas.openxmlformats.org/officeDocument/2006/relationships/hyperlink" Target="https://git-scm.com/docs/git-lo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svg"/><Relationship Id="rId7" Type="http://schemas.openxmlformats.org/officeDocument/2006/relationships/image" Target="../media/image20.svg"/><Relationship Id="rId12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11" Type="http://schemas.openxmlformats.org/officeDocument/2006/relationships/image" Target="../media/image26.svg"/><Relationship Id="rId5" Type="http://schemas.openxmlformats.org/officeDocument/2006/relationships/image" Target="../media/image22.svg"/><Relationship Id="rId10" Type="http://schemas.openxmlformats.org/officeDocument/2006/relationships/image" Target="../media/image25.png"/><Relationship Id="rId4" Type="http://schemas.openxmlformats.org/officeDocument/2006/relationships/image" Target="../media/image21.png"/><Relationship Id="rId9" Type="http://schemas.openxmlformats.org/officeDocument/2006/relationships/image" Target="../media/image24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7ADD6C35-4B10-4BFC-BAD6-56B49A790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D625ED8E-2DEF-47CF-DF8B-A0D4AEA9E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268" y="2349510"/>
            <a:ext cx="6682674" cy="1589535"/>
          </a:xfrm>
        </p:spPr>
        <p:txBody>
          <a:bodyPr anchor="t">
            <a:noAutofit/>
          </a:bodyPr>
          <a:lstStyle/>
          <a:p>
            <a:r>
              <a:rPr lang="de-DE" sz="4800" dirty="0" err="1">
                <a:solidFill>
                  <a:schemeClr val="tx2"/>
                </a:solidFill>
              </a:rPr>
              <a:t>Git</a:t>
            </a:r>
            <a:r>
              <a:rPr lang="de-DE" sz="4800" dirty="0">
                <a:solidFill>
                  <a:schemeClr val="tx2"/>
                </a:solidFill>
              </a:rPr>
              <a:t> </a:t>
            </a:r>
            <a:br>
              <a:rPr lang="de-DE" sz="4800" dirty="0">
                <a:solidFill>
                  <a:schemeClr val="tx2"/>
                </a:solidFill>
              </a:rPr>
            </a:br>
            <a:r>
              <a:rPr lang="de-DE" sz="4800" dirty="0">
                <a:solidFill>
                  <a:schemeClr val="tx2"/>
                </a:solidFill>
              </a:rPr>
              <a:t>–  </a:t>
            </a:r>
            <a:r>
              <a:rPr lang="de-DE" sz="4800" dirty="0" err="1">
                <a:solidFill>
                  <a:schemeClr val="tx2"/>
                </a:solidFill>
              </a:rPr>
              <a:t>From</a:t>
            </a:r>
            <a:r>
              <a:rPr lang="de-DE" sz="4800" dirty="0">
                <a:solidFill>
                  <a:schemeClr val="tx2"/>
                </a:solidFill>
              </a:rPr>
              <a:t> Zero </a:t>
            </a:r>
            <a:r>
              <a:rPr lang="de-DE" sz="4800" dirty="0" err="1">
                <a:solidFill>
                  <a:schemeClr val="tx2"/>
                </a:solidFill>
              </a:rPr>
              <a:t>To</a:t>
            </a:r>
            <a:r>
              <a:rPr lang="de-DE" sz="4800" dirty="0">
                <a:solidFill>
                  <a:schemeClr val="tx2"/>
                </a:solidFill>
              </a:rPr>
              <a:t> Hero –</a:t>
            </a:r>
            <a:br>
              <a:rPr lang="de-DE" sz="4800" dirty="0">
                <a:solidFill>
                  <a:schemeClr val="tx2"/>
                </a:solidFill>
              </a:rPr>
            </a:br>
            <a:endParaRPr lang="de-DE" sz="4800" dirty="0">
              <a:solidFill>
                <a:schemeClr val="tx2"/>
              </a:solidFill>
            </a:endParaRP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32AFDD1C-2418-460A-B0D3-EEF55EC82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66957" y="2290257"/>
            <a:ext cx="5324737" cy="4559213"/>
            <a:chOff x="6852124" y="2290257"/>
            <a:chExt cx="5330118" cy="4559213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AF1D9B44-43EB-4833-B924-356EBE6D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52124" y="2290257"/>
              <a:ext cx="5330118" cy="4559213"/>
            </a:xfrm>
            <a:custGeom>
              <a:avLst/>
              <a:gdLst>
                <a:gd name="connsiteX0" fmla="*/ 3444904 w 5330118"/>
                <a:gd name="connsiteY0" fmla="*/ 220 h 4559213"/>
                <a:gd name="connsiteX1" fmla="*/ 3769380 w 5330118"/>
                <a:gd name="connsiteY1" fmla="*/ 20786 h 4559213"/>
                <a:gd name="connsiteX2" fmla="*/ 4399652 w 5330118"/>
                <a:gd name="connsiteY2" fmla="*/ 157746 h 4559213"/>
                <a:gd name="connsiteX3" fmla="*/ 4978946 w 5330118"/>
                <a:gd name="connsiteY3" fmla="*/ 421156 h 4559213"/>
                <a:gd name="connsiteX4" fmla="*/ 5239909 w 5330118"/>
                <a:gd name="connsiteY4" fmla="*/ 596177 h 4559213"/>
                <a:gd name="connsiteX5" fmla="*/ 5330118 w 5330118"/>
                <a:gd name="connsiteY5" fmla="*/ 672101 h 4559213"/>
                <a:gd name="connsiteX6" fmla="*/ 5330118 w 5330118"/>
                <a:gd name="connsiteY6" fmla="*/ 817108 h 4559213"/>
                <a:gd name="connsiteX7" fmla="*/ 5165156 w 5330118"/>
                <a:gd name="connsiteY7" fmla="*/ 689392 h 4559213"/>
                <a:gd name="connsiteX8" fmla="*/ 4907074 w 5330118"/>
                <a:gd name="connsiteY8" fmla="*/ 537310 h 4559213"/>
                <a:gd name="connsiteX9" fmla="*/ 4344130 w 5330118"/>
                <a:gd name="connsiteY9" fmla="*/ 331280 h 4559213"/>
                <a:gd name="connsiteX10" fmla="*/ 3749396 w 5330118"/>
                <a:gd name="connsiteY10" fmla="*/ 251913 h 4559213"/>
                <a:gd name="connsiteX11" fmla="*/ 3153752 w 5330118"/>
                <a:gd name="connsiteY11" fmla="*/ 282158 h 4559213"/>
                <a:gd name="connsiteX12" fmla="*/ 2861381 w 5330118"/>
                <a:gd name="connsiteY12" fmla="*/ 336106 h 4559213"/>
                <a:gd name="connsiteX13" fmla="*/ 2574686 w 5330118"/>
                <a:gd name="connsiteY13" fmla="*/ 413220 h 4559213"/>
                <a:gd name="connsiteX14" fmla="*/ 2294918 w 5330118"/>
                <a:gd name="connsiteY14" fmla="*/ 511569 h 4559213"/>
                <a:gd name="connsiteX15" fmla="*/ 2023438 w 5330118"/>
                <a:gd name="connsiteY15" fmla="*/ 630404 h 4559213"/>
                <a:gd name="connsiteX16" fmla="*/ 1508751 w 5330118"/>
                <a:gd name="connsiteY16" fmla="*/ 922342 h 4559213"/>
                <a:gd name="connsiteX17" fmla="*/ 1387034 w 5330118"/>
                <a:gd name="connsiteY17" fmla="*/ 1006427 h 4559213"/>
                <a:gd name="connsiteX18" fmla="*/ 1327197 w 5330118"/>
                <a:gd name="connsiteY18" fmla="*/ 1049865 h 4559213"/>
                <a:gd name="connsiteX19" fmla="*/ 1268155 w 5330118"/>
                <a:gd name="connsiteY19" fmla="*/ 1094374 h 4559213"/>
                <a:gd name="connsiteX20" fmla="*/ 1040389 w 5330118"/>
                <a:gd name="connsiteY20" fmla="*/ 1283245 h 4559213"/>
                <a:gd name="connsiteX21" fmla="*/ 633794 w 5330118"/>
                <a:gd name="connsiteY21" fmla="*/ 1711714 h 4559213"/>
                <a:gd name="connsiteX22" fmla="*/ 460415 w 5330118"/>
                <a:gd name="connsiteY22" fmla="*/ 1950670 h 4559213"/>
                <a:gd name="connsiteX23" fmla="*/ 312810 w 5330118"/>
                <a:gd name="connsiteY23" fmla="*/ 2205715 h 4559213"/>
                <a:gd name="connsiteX24" fmla="*/ 280110 w 5330118"/>
                <a:gd name="connsiteY24" fmla="*/ 2271675 h 4559213"/>
                <a:gd name="connsiteX25" fmla="*/ 264214 w 5330118"/>
                <a:gd name="connsiteY25" fmla="*/ 2304923 h 4559213"/>
                <a:gd name="connsiteX26" fmla="*/ 249113 w 5330118"/>
                <a:gd name="connsiteY26" fmla="*/ 2338492 h 4559213"/>
                <a:gd name="connsiteX27" fmla="*/ 220272 w 5330118"/>
                <a:gd name="connsiteY27" fmla="*/ 2406168 h 4559213"/>
                <a:gd name="connsiteX28" fmla="*/ 193250 w 5330118"/>
                <a:gd name="connsiteY28" fmla="*/ 2474595 h 4559213"/>
                <a:gd name="connsiteX29" fmla="*/ 105368 w 5330118"/>
                <a:gd name="connsiteY29" fmla="*/ 2754843 h 4559213"/>
                <a:gd name="connsiteX30" fmla="*/ 34063 w 5330118"/>
                <a:gd name="connsiteY30" fmla="*/ 3335503 h 4559213"/>
                <a:gd name="connsiteX31" fmla="*/ 64038 w 5330118"/>
                <a:gd name="connsiteY31" fmla="*/ 3625404 h 4559213"/>
                <a:gd name="connsiteX32" fmla="*/ 155554 w 5330118"/>
                <a:gd name="connsiteY32" fmla="*/ 3902649 h 4559213"/>
                <a:gd name="connsiteX33" fmla="*/ 187118 w 5330118"/>
                <a:gd name="connsiteY33" fmla="*/ 3968931 h 4559213"/>
                <a:gd name="connsiteX34" fmla="*/ 222202 w 5330118"/>
                <a:gd name="connsiteY34" fmla="*/ 4033711 h 4559213"/>
                <a:gd name="connsiteX35" fmla="*/ 299980 w 5330118"/>
                <a:gd name="connsiteY35" fmla="*/ 4159303 h 4559213"/>
                <a:gd name="connsiteX36" fmla="*/ 385818 w 5330118"/>
                <a:gd name="connsiteY36" fmla="*/ 4280604 h 4559213"/>
                <a:gd name="connsiteX37" fmla="*/ 477786 w 5330118"/>
                <a:gd name="connsiteY37" fmla="*/ 4398474 h 4559213"/>
                <a:gd name="connsiteX38" fmla="*/ 609756 w 5330118"/>
                <a:gd name="connsiteY38" fmla="*/ 4559213 h 4559213"/>
                <a:gd name="connsiteX39" fmla="*/ 480825 w 5330118"/>
                <a:gd name="connsiteY39" fmla="*/ 4559213 h 4559213"/>
                <a:gd name="connsiteX40" fmla="*/ 404211 w 5330118"/>
                <a:gd name="connsiteY40" fmla="*/ 4446629 h 4559213"/>
                <a:gd name="connsiteX41" fmla="*/ 321439 w 5330118"/>
                <a:gd name="connsiteY41" fmla="*/ 4320180 h 4559213"/>
                <a:gd name="connsiteX42" fmla="*/ 242640 w 5330118"/>
                <a:gd name="connsiteY42" fmla="*/ 4190941 h 4559213"/>
                <a:gd name="connsiteX43" fmla="*/ 109909 w 5330118"/>
                <a:gd name="connsiteY43" fmla="*/ 3919809 h 4559213"/>
                <a:gd name="connsiteX44" fmla="*/ 26229 w 5330118"/>
                <a:gd name="connsiteY44" fmla="*/ 3632054 h 4559213"/>
                <a:gd name="connsiteX45" fmla="*/ 0 w 5330118"/>
                <a:gd name="connsiteY45" fmla="*/ 3335503 h 4559213"/>
                <a:gd name="connsiteX46" fmla="*/ 234352 w 5330118"/>
                <a:gd name="connsiteY46" fmla="*/ 2173647 h 4559213"/>
                <a:gd name="connsiteX47" fmla="*/ 360384 w 5330118"/>
                <a:gd name="connsiteY47" fmla="*/ 1898869 h 4559213"/>
                <a:gd name="connsiteX48" fmla="*/ 511282 w 5330118"/>
                <a:gd name="connsiteY48" fmla="*/ 1634172 h 4559213"/>
                <a:gd name="connsiteX49" fmla="*/ 884381 w 5330118"/>
                <a:gd name="connsiteY49" fmla="*/ 1143281 h 4559213"/>
                <a:gd name="connsiteX50" fmla="*/ 1104768 w 5330118"/>
                <a:gd name="connsiteY50" fmla="*/ 921806 h 4559213"/>
                <a:gd name="connsiteX51" fmla="*/ 1163128 w 5330118"/>
                <a:gd name="connsiteY51" fmla="*/ 869254 h 4559213"/>
                <a:gd name="connsiteX52" fmla="*/ 1222624 w 5330118"/>
                <a:gd name="connsiteY52" fmla="*/ 817773 h 4559213"/>
                <a:gd name="connsiteX53" fmla="*/ 1345591 w 5330118"/>
                <a:gd name="connsiteY53" fmla="*/ 718886 h 4559213"/>
                <a:gd name="connsiteX54" fmla="*/ 1883100 w 5330118"/>
                <a:gd name="connsiteY54" fmla="*/ 378362 h 4559213"/>
                <a:gd name="connsiteX55" fmla="*/ 3118895 w 5330118"/>
                <a:gd name="connsiteY55" fmla="*/ 13600 h 4559213"/>
                <a:gd name="connsiteX56" fmla="*/ 3444904 w 5330118"/>
                <a:gd name="connsiteY56" fmla="*/ 220 h 4559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30118" h="4559213">
                  <a:moveTo>
                    <a:pt x="3444904" y="220"/>
                  </a:moveTo>
                  <a:cubicBezTo>
                    <a:pt x="3553706" y="1507"/>
                    <a:pt x="3662253" y="8452"/>
                    <a:pt x="3769380" y="20786"/>
                  </a:cubicBezTo>
                  <a:cubicBezTo>
                    <a:pt x="3983974" y="45668"/>
                    <a:pt x="4196072" y="90499"/>
                    <a:pt x="4399652" y="157746"/>
                  </a:cubicBezTo>
                  <a:cubicBezTo>
                    <a:pt x="4603235" y="224778"/>
                    <a:pt x="4797732" y="313798"/>
                    <a:pt x="4978946" y="421156"/>
                  </a:cubicBezTo>
                  <a:cubicBezTo>
                    <a:pt x="5069496" y="474943"/>
                    <a:pt x="5156611" y="533449"/>
                    <a:pt x="5239909" y="596177"/>
                  </a:cubicBezTo>
                  <a:lnTo>
                    <a:pt x="5330118" y="672101"/>
                  </a:lnTo>
                  <a:lnTo>
                    <a:pt x="5330118" y="817108"/>
                  </a:lnTo>
                  <a:lnTo>
                    <a:pt x="5165156" y="689392"/>
                  </a:lnTo>
                  <a:cubicBezTo>
                    <a:pt x="5082384" y="633729"/>
                    <a:pt x="4996431" y="582355"/>
                    <a:pt x="4907074" y="537310"/>
                  </a:cubicBezTo>
                  <a:cubicBezTo>
                    <a:pt x="4728926" y="446145"/>
                    <a:pt x="4538970" y="377933"/>
                    <a:pt x="4344130" y="331280"/>
                  </a:cubicBezTo>
                  <a:cubicBezTo>
                    <a:pt x="4149292" y="284518"/>
                    <a:pt x="3949571" y="258885"/>
                    <a:pt x="3749396" y="251913"/>
                  </a:cubicBezTo>
                  <a:cubicBezTo>
                    <a:pt x="3548993" y="243976"/>
                    <a:pt x="3350636" y="254701"/>
                    <a:pt x="3153752" y="282158"/>
                  </a:cubicBezTo>
                  <a:cubicBezTo>
                    <a:pt x="3055539" y="296422"/>
                    <a:pt x="2957892" y="314119"/>
                    <a:pt x="2861381" y="336106"/>
                  </a:cubicBezTo>
                  <a:cubicBezTo>
                    <a:pt x="2764870" y="358414"/>
                    <a:pt x="2669154" y="383833"/>
                    <a:pt x="2574686" y="413220"/>
                  </a:cubicBezTo>
                  <a:cubicBezTo>
                    <a:pt x="2480219" y="442499"/>
                    <a:pt x="2386888" y="475318"/>
                    <a:pt x="2294918" y="511569"/>
                  </a:cubicBezTo>
                  <a:cubicBezTo>
                    <a:pt x="2203063" y="547928"/>
                    <a:pt x="2112455" y="587610"/>
                    <a:pt x="2023438" y="630404"/>
                  </a:cubicBezTo>
                  <a:cubicBezTo>
                    <a:pt x="1845404" y="715883"/>
                    <a:pt x="1673274" y="813375"/>
                    <a:pt x="1508751" y="922342"/>
                  </a:cubicBezTo>
                  <a:cubicBezTo>
                    <a:pt x="1467763" y="949692"/>
                    <a:pt x="1426887" y="977470"/>
                    <a:pt x="1387034" y="1006427"/>
                  </a:cubicBezTo>
                  <a:cubicBezTo>
                    <a:pt x="1366824" y="1020585"/>
                    <a:pt x="1347067" y="1035279"/>
                    <a:pt x="1327197" y="1049865"/>
                  </a:cubicBezTo>
                  <a:cubicBezTo>
                    <a:pt x="1307213" y="1064343"/>
                    <a:pt x="1287571" y="1079252"/>
                    <a:pt x="1268155" y="1094374"/>
                  </a:cubicBezTo>
                  <a:cubicBezTo>
                    <a:pt x="1190152" y="1154757"/>
                    <a:pt x="1113851" y="1217392"/>
                    <a:pt x="1040389" y="1283245"/>
                  </a:cubicBezTo>
                  <a:cubicBezTo>
                    <a:pt x="893125" y="1414521"/>
                    <a:pt x="756533" y="1557701"/>
                    <a:pt x="633794" y="1711714"/>
                  </a:cubicBezTo>
                  <a:cubicBezTo>
                    <a:pt x="572480" y="1788721"/>
                    <a:pt x="514461" y="1868409"/>
                    <a:pt x="460415" y="1950670"/>
                  </a:cubicBezTo>
                  <a:cubicBezTo>
                    <a:pt x="407277" y="2033362"/>
                    <a:pt x="357091" y="2118091"/>
                    <a:pt x="312810" y="2205715"/>
                  </a:cubicBezTo>
                  <a:cubicBezTo>
                    <a:pt x="301342" y="2227488"/>
                    <a:pt x="290669" y="2249581"/>
                    <a:pt x="280110" y="2271675"/>
                  </a:cubicBezTo>
                  <a:lnTo>
                    <a:pt x="264214" y="2304923"/>
                  </a:lnTo>
                  <a:lnTo>
                    <a:pt x="249113" y="2338492"/>
                  </a:lnTo>
                  <a:cubicBezTo>
                    <a:pt x="239234" y="2360908"/>
                    <a:pt x="229243" y="2383324"/>
                    <a:pt x="220272" y="2406168"/>
                  </a:cubicBezTo>
                  <a:cubicBezTo>
                    <a:pt x="211302" y="2429012"/>
                    <a:pt x="201425" y="2451536"/>
                    <a:pt x="193250" y="2474595"/>
                  </a:cubicBezTo>
                  <a:cubicBezTo>
                    <a:pt x="158279" y="2566187"/>
                    <a:pt x="128643" y="2659711"/>
                    <a:pt x="105368" y="2754843"/>
                  </a:cubicBezTo>
                  <a:cubicBezTo>
                    <a:pt x="58134" y="2944678"/>
                    <a:pt x="33950" y="3140091"/>
                    <a:pt x="34063" y="3335503"/>
                  </a:cubicBezTo>
                  <a:cubicBezTo>
                    <a:pt x="34630" y="3432888"/>
                    <a:pt x="44282" y="3530058"/>
                    <a:pt x="64038" y="3625404"/>
                  </a:cubicBezTo>
                  <a:cubicBezTo>
                    <a:pt x="84817" y="3720536"/>
                    <a:pt x="114905" y="3813631"/>
                    <a:pt x="155554" y="3902649"/>
                  </a:cubicBezTo>
                  <a:cubicBezTo>
                    <a:pt x="165205" y="3925066"/>
                    <a:pt x="176446" y="3946945"/>
                    <a:pt x="187118" y="3968931"/>
                  </a:cubicBezTo>
                  <a:cubicBezTo>
                    <a:pt x="198700" y="3990597"/>
                    <a:pt x="209713" y="4012475"/>
                    <a:pt x="222202" y="4033711"/>
                  </a:cubicBezTo>
                  <a:cubicBezTo>
                    <a:pt x="246047" y="4076612"/>
                    <a:pt x="272615" y="4118225"/>
                    <a:pt x="299980" y="4159303"/>
                  </a:cubicBezTo>
                  <a:cubicBezTo>
                    <a:pt x="327230" y="4200488"/>
                    <a:pt x="356410" y="4240599"/>
                    <a:pt x="385818" y="4280604"/>
                  </a:cubicBezTo>
                  <a:cubicBezTo>
                    <a:pt x="415679" y="4320287"/>
                    <a:pt x="446676" y="4359434"/>
                    <a:pt x="477786" y="4398474"/>
                  </a:cubicBezTo>
                  <a:lnTo>
                    <a:pt x="609756" y="4559213"/>
                  </a:lnTo>
                  <a:lnTo>
                    <a:pt x="480825" y="4559213"/>
                  </a:lnTo>
                  <a:lnTo>
                    <a:pt x="404211" y="4446629"/>
                  </a:lnTo>
                  <a:cubicBezTo>
                    <a:pt x="376166" y="4404802"/>
                    <a:pt x="348461" y="4362759"/>
                    <a:pt x="321439" y="4320180"/>
                  </a:cubicBezTo>
                  <a:cubicBezTo>
                    <a:pt x="294415" y="4277601"/>
                    <a:pt x="267619" y="4234915"/>
                    <a:pt x="242640" y="4190941"/>
                  </a:cubicBezTo>
                  <a:cubicBezTo>
                    <a:pt x="192568" y="4103424"/>
                    <a:pt x="146584" y="4013334"/>
                    <a:pt x="109909" y="3919809"/>
                  </a:cubicBezTo>
                  <a:cubicBezTo>
                    <a:pt x="72554" y="3826608"/>
                    <a:pt x="44850" y="3729975"/>
                    <a:pt x="26229" y="3632054"/>
                  </a:cubicBezTo>
                  <a:cubicBezTo>
                    <a:pt x="8403" y="3534134"/>
                    <a:pt x="0" y="3434711"/>
                    <a:pt x="0" y="3335503"/>
                  </a:cubicBezTo>
                  <a:cubicBezTo>
                    <a:pt x="1476" y="2939959"/>
                    <a:pt x="82433" y="2545488"/>
                    <a:pt x="234352" y="2173647"/>
                  </a:cubicBezTo>
                  <a:cubicBezTo>
                    <a:pt x="272502" y="2080767"/>
                    <a:pt x="313831" y="1988745"/>
                    <a:pt x="360384" y="1898869"/>
                  </a:cubicBezTo>
                  <a:cubicBezTo>
                    <a:pt x="406255" y="1808669"/>
                    <a:pt x="456781" y="1720402"/>
                    <a:pt x="511282" y="1634172"/>
                  </a:cubicBezTo>
                  <a:cubicBezTo>
                    <a:pt x="620396" y="1461818"/>
                    <a:pt x="744951" y="1296973"/>
                    <a:pt x="884381" y="1143281"/>
                  </a:cubicBezTo>
                  <a:cubicBezTo>
                    <a:pt x="954438" y="1066703"/>
                    <a:pt x="1027559" y="992378"/>
                    <a:pt x="1104768" y="921806"/>
                  </a:cubicBezTo>
                  <a:cubicBezTo>
                    <a:pt x="1123956" y="904003"/>
                    <a:pt x="1143258" y="886414"/>
                    <a:pt x="1163128" y="869254"/>
                  </a:cubicBezTo>
                  <a:cubicBezTo>
                    <a:pt x="1182885" y="851985"/>
                    <a:pt x="1202300" y="834396"/>
                    <a:pt x="1222624" y="817773"/>
                  </a:cubicBezTo>
                  <a:cubicBezTo>
                    <a:pt x="1262819" y="783988"/>
                    <a:pt x="1304034" y="751277"/>
                    <a:pt x="1345591" y="718886"/>
                  </a:cubicBezTo>
                  <a:cubicBezTo>
                    <a:pt x="1512612" y="590184"/>
                    <a:pt x="1693030" y="476176"/>
                    <a:pt x="1883100" y="378362"/>
                  </a:cubicBezTo>
                  <a:cubicBezTo>
                    <a:pt x="2263126" y="182628"/>
                    <a:pt x="2685504" y="54677"/>
                    <a:pt x="3118895" y="13600"/>
                  </a:cubicBezTo>
                  <a:cubicBezTo>
                    <a:pt x="3227044" y="3304"/>
                    <a:pt x="3336102" y="-1067"/>
                    <a:pt x="3444904" y="22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A32CECE0-15B8-4DAB-B839-B0082C6F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4598" y="2512952"/>
              <a:ext cx="5307644" cy="4336518"/>
            </a:xfrm>
            <a:custGeom>
              <a:avLst/>
              <a:gdLst>
                <a:gd name="connsiteX0" fmla="*/ 5307644 w 5307644"/>
                <a:gd name="connsiteY0" fmla="*/ 4310537 h 4336518"/>
                <a:gd name="connsiteX1" fmla="*/ 5307644 w 5307644"/>
                <a:gd name="connsiteY1" fmla="*/ 4336518 h 4336518"/>
                <a:gd name="connsiteX2" fmla="*/ 5271469 w 5307644"/>
                <a:gd name="connsiteY2" fmla="*/ 4336518 h 4336518"/>
                <a:gd name="connsiteX3" fmla="*/ 3433280 w 5307644"/>
                <a:gd name="connsiteY3" fmla="*/ 1379 h 4336518"/>
                <a:gd name="connsiteX4" fmla="*/ 3739290 w 5307644"/>
                <a:gd name="connsiteY4" fmla="*/ 5668 h 4336518"/>
                <a:gd name="connsiteX5" fmla="*/ 4345494 w 5307644"/>
                <a:gd name="connsiteY5" fmla="*/ 94581 h 4336518"/>
                <a:gd name="connsiteX6" fmla="*/ 4922289 w 5307644"/>
                <a:gd name="connsiteY6" fmla="*/ 300933 h 4336518"/>
                <a:gd name="connsiteX7" fmla="*/ 5188801 w 5307644"/>
                <a:gd name="connsiteY7" fmla="*/ 449771 h 4336518"/>
                <a:gd name="connsiteX8" fmla="*/ 5307644 w 5307644"/>
                <a:gd name="connsiteY8" fmla="*/ 531018 h 4336518"/>
                <a:gd name="connsiteX9" fmla="*/ 5307644 w 5307644"/>
                <a:gd name="connsiteY9" fmla="*/ 868543 h 4336518"/>
                <a:gd name="connsiteX10" fmla="*/ 5256558 w 5307644"/>
                <a:gd name="connsiteY10" fmla="*/ 823998 h 4336518"/>
                <a:gd name="connsiteX11" fmla="*/ 4794554 w 5307644"/>
                <a:gd name="connsiteY11" fmla="*/ 538923 h 4336518"/>
                <a:gd name="connsiteX12" fmla="*/ 4274643 w 5307644"/>
                <a:gd name="connsiteY12" fmla="*/ 359921 h 4336518"/>
                <a:gd name="connsiteX13" fmla="*/ 3722940 w 5307644"/>
                <a:gd name="connsiteY13" fmla="*/ 285703 h 4336518"/>
                <a:gd name="connsiteX14" fmla="*/ 3163858 w 5307644"/>
                <a:gd name="connsiteY14" fmla="*/ 304579 h 4336518"/>
                <a:gd name="connsiteX15" fmla="*/ 2615108 w 5307644"/>
                <a:gd name="connsiteY15" fmla="*/ 413546 h 4336518"/>
                <a:gd name="connsiteX16" fmla="*/ 2090201 w 5307644"/>
                <a:gd name="connsiteY16" fmla="*/ 603167 h 4336518"/>
                <a:gd name="connsiteX17" fmla="*/ 1152228 w 5307644"/>
                <a:gd name="connsiteY17" fmla="*/ 1185758 h 4336518"/>
                <a:gd name="connsiteX18" fmla="*/ 768796 w 5307644"/>
                <a:gd name="connsiteY18" fmla="*/ 1574544 h 4336518"/>
                <a:gd name="connsiteX19" fmla="*/ 465637 w 5307644"/>
                <a:gd name="connsiteY19" fmla="*/ 2021033 h 4336518"/>
                <a:gd name="connsiteX20" fmla="*/ 259898 w 5307644"/>
                <a:gd name="connsiteY20" fmla="*/ 2514605 h 4336518"/>
                <a:gd name="connsiteX21" fmla="*/ 185075 w 5307644"/>
                <a:gd name="connsiteY21" fmla="*/ 3040781 h 4336518"/>
                <a:gd name="connsiteX22" fmla="*/ 216639 w 5307644"/>
                <a:gd name="connsiteY22" fmla="*/ 3298400 h 4336518"/>
                <a:gd name="connsiteX23" fmla="*/ 309857 w 5307644"/>
                <a:gd name="connsiteY23" fmla="*/ 3539393 h 4336518"/>
                <a:gd name="connsiteX24" fmla="*/ 374918 w 5307644"/>
                <a:gd name="connsiteY24" fmla="*/ 3652866 h 4336518"/>
                <a:gd name="connsiteX25" fmla="*/ 449628 w 5307644"/>
                <a:gd name="connsiteY25" fmla="*/ 3762691 h 4336518"/>
                <a:gd name="connsiteX26" fmla="*/ 622212 w 5307644"/>
                <a:gd name="connsiteY26" fmla="*/ 3974942 h 4336518"/>
                <a:gd name="connsiteX27" fmla="*/ 808989 w 5307644"/>
                <a:gd name="connsiteY27" fmla="*/ 4188802 h 4336518"/>
                <a:gd name="connsiteX28" fmla="*/ 901868 w 5307644"/>
                <a:gd name="connsiteY28" fmla="*/ 4300450 h 4336518"/>
                <a:gd name="connsiteX29" fmla="*/ 931233 w 5307644"/>
                <a:gd name="connsiteY29" fmla="*/ 4336518 h 4336518"/>
                <a:gd name="connsiteX30" fmla="*/ 512426 w 5307644"/>
                <a:gd name="connsiteY30" fmla="*/ 4336518 h 4336518"/>
                <a:gd name="connsiteX31" fmla="*/ 379799 w 5307644"/>
                <a:gd name="connsiteY31" fmla="*/ 4138930 h 4336518"/>
                <a:gd name="connsiteX32" fmla="*/ 226177 w 5307644"/>
                <a:gd name="connsiteY32" fmla="*/ 3891071 h 4336518"/>
                <a:gd name="connsiteX33" fmla="*/ 156916 w 5307644"/>
                <a:gd name="connsiteY33" fmla="*/ 3759688 h 4336518"/>
                <a:gd name="connsiteX34" fmla="*/ 98101 w 5307644"/>
                <a:gd name="connsiteY34" fmla="*/ 3622191 h 4336518"/>
                <a:gd name="connsiteX35" fmla="*/ 53025 w 5307644"/>
                <a:gd name="connsiteY35" fmla="*/ 3479547 h 4336518"/>
                <a:gd name="connsiteX36" fmla="*/ 36221 w 5307644"/>
                <a:gd name="connsiteY36" fmla="*/ 3406831 h 4336518"/>
                <a:gd name="connsiteX37" fmla="*/ 28841 w 5307644"/>
                <a:gd name="connsiteY37" fmla="*/ 3370365 h 4336518"/>
                <a:gd name="connsiteX38" fmla="*/ 22709 w 5307644"/>
                <a:gd name="connsiteY38" fmla="*/ 3333792 h 4336518"/>
                <a:gd name="connsiteX39" fmla="*/ 0 w 5307644"/>
                <a:gd name="connsiteY39" fmla="*/ 3040781 h 4336518"/>
                <a:gd name="connsiteX40" fmla="*/ 63017 w 5307644"/>
                <a:gd name="connsiteY40" fmla="*/ 2469880 h 4336518"/>
                <a:gd name="connsiteX41" fmla="*/ 252405 w 5307644"/>
                <a:gd name="connsiteY41" fmla="*/ 1922897 h 4336518"/>
                <a:gd name="connsiteX42" fmla="*/ 962499 w 5307644"/>
                <a:gd name="connsiteY42" fmla="*/ 993992 h 4336518"/>
                <a:gd name="connsiteX43" fmla="*/ 1433359 w 5307644"/>
                <a:gd name="connsiteY43" fmla="*/ 630088 h 4336518"/>
                <a:gd name="connsiteX44" fmla="*/ 1959628 w 5307644"/>
                <a:gd name="connsiteY44" fmla="*/ 341151 h 4336518"/>
                <a:gd name="connsiteX45" fmla="*/ 3127865 w 5307644"/>
                <a:gd name="connsiteY45" fmla="*/ 22508 h 4336518"/>
                <a:gd name="connsiteX46" fmla="*/ 3433280 w 5307644"/>
                <a:gd name="connsiteY46" fmla="*/ 1379 h 4336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307644" h="4336518">
                  <a:moveTo>
                    <a:pt x="5307644" y="4310537"/>
                  </a:moveTo>
                  <a:lnTo>
                    <a:pt x="5307644" y="4336518"/>
                  </a:lnTo>
                  <a:lnTo>
                    <a:pt x="5271469" y="4336518"/>
                  </a:lnTo>
                  <a:close/>
                  <a:moveTo>
                    <a:pt x="3433280" y="1379"/>
                  </a:moveTo>
                  <a:cubicBezTo>
                    <a:pt x="3535397" y="-1410"/>
                    <a:pt x="3637614" y="38"/>
                    <a:pt x="3739290" y="5668"/>
                  </a:cubicBezTo>
                  <a:cubicBezTo>
                    <a:pt x="3942986" y="17360"/>
                    <a:pt x="4146567" y="45995"/>
                    <a:pt x="4345494" y="94581"/>
                  </a:cubicBezTo>
                  <a:cubicBezTo>
                    <a:pt x="4544420" y="143059"/>
                    <a:pt x="4738691" y="211700"/>
                    <a:pt x="4922289" y="300933"/>
                  </a:cubicBezTo>
                  <a:cubicBezTo>
                    <a:pt x="5013975" y="345550"/>
                    <a:pt x="5103219" y="395127"/>
                    <a:pt x="5188801" y="449771"/>
                  </a:cubicBezTo>
                  <a:lnTo>
                    <a:pt x="5307644" y="531018"/>
                  </a:lnTo>
                  <a:lnTo>
                    <a:pt x="5307644" y="868543"/>
                  </a:lnTo>
                  <a:lnTo>
                    <a:pt x="5256558" y="823998"/>
                  </a:lnTo>
                  <a:cubicBezTo>
                    <a:pt x="5114289" y="712993"/>
                    <a:pt x="4959758" y="616466"/>
                    <a:pt x="4794554" y="538923"/>
                  </a:cubicBezTo>
                  <a:cubicBezTo>
                    <a:pt x="4629462" y="461166"/>
                    <a:pt x="4454722" y="401534"/>
                    <a:pt x="4274643" y="359921"/>
                  </a:cubicBezTo>
                  <a:cubicBezTo>
                    <a:pt x="4094566" y="318200"/>
                    <a:pt x="3909491" y="294176"/>
                    <a:pt x="3722940" y="285703"/>
                  </a:cubicBezTo>
                  <a:cubicBezTo>
                    <a:pt x="3536050" y="276800"/>
                    <a:pt x="3349387" y="282700"/>
                    <a:pt x="3163858" y="304579"/>
                  </a:cubicBezTo>
                  <a:cubicBezTo>
                    <a:pt x="2978444" y="326565"/>
                    <a:pt x="2794732" y="363353"/>
                    <a:pt x="2615108" y="413546"/>
                  </a:cubicBezTo>
                  <a:cubicBezTo>
                    <a:pt x="2435370" y="463526"/>
                    <a:pt x="2260060" y="528198"/>
                    <a:pt x="2090201" y="603167"/>
                  </a:cubicBezTo>
                  <a:cubicBezTo>
                    <a:pt x="1749461" y="751496"/>
                    <a:pt x="1431316" y="948195"/>
                    <a:pt x="1152228" y="1185758"/>
                  </a:cubicBezTo>
                  <a:cubicBezTo>
                    <a:pt x="1013139" y="1304915"/>
                    <a:pt x="884268" y="1434903"/>
                    <a:pt x="768796" y="1574544"/>
                  </a:cubicBezTo>
                  <a:cubicBezTo>
                    <a:pt x="653096" y="1713971"/>
                    <a:pt x="551021" y="1863481"/>
                    <a:pt x="465637" y="2021033"/>
                  </a:cubicBezTo>
                  <a:cubicBezTo>
                    <a:pt x="380253" y="2178478"/>
                    <a:pt x="309176" y="2343324"/>
                    <a:pt x="259898" y="2514605"/>
                  </a:cubicBezTo>
                  <a:cubicBezTo>
                    <a:pt x="210508" y="2685457"/>
                    <a:pt x="184960" y="2863065"/>
                    <a:pt x="185075" y="3040781"/>
                  </a:cubicBezTo>
                  <a:cubicBezTo>
                    <a:pt x="186096" y="3128084"/>
                    <a:pt x="195180" y="3214743"/>
                    <a:pt x="216639" y="3298400"/>
                  </a:cubicBezTo>
                  <a:cubicBezTo>
                    <a:pt x="237759" y="3382163"/>
                    <a:pt x="270572" y="3462280"/>
                    <a:pt x="309857" y="3539393"/>
                  </a:cubicBezTo>
                  <a:cubicBezTo>
                    <a:pt x="329727" y="3577897"/>
                    <a:pt x="351755" y="3615649"/>
                    <a:pt x="374918" y="3652866"/>
                  </a:cubicBezTo>
                  <a:cubicBezTo>
                    <a:pt x="398420" y="3689974"/>
                    <a:pt x="423514" y="3726548"/>
                    <a:pt x="449628" y="3762691"/>
                  </a:cubicBezTo>
                  <a:cubicBezTo>
                    <a:pt x="502539" y="3834764"/>
                    <a:pt x="561354" y="3904692"/>
                    <a:pt x="622212" y="3974942"/>
                  </a:cubicBezTo>
                  <a:cubicBezTo>
                    <a:pt x="683071" y="4045299"/>
                    <a:pt x="746655" y="4115657"/>
                    <a:pt x="808989" y="4188802"/>
                  </a:cubicBezTo>
                  <a:cubicBezTo>
                    <a:pt x="840214" y="4225267"/>
                    <a:pt x="871097" y="4262591"/>
                    <a:pt x="901868" y="4300450"/>
                  </a:cubicBezTo>
                  <a:lnTo>
                    <a:pt x="931233" y="4336518"/>
                  </a:lnTo>
                  <a:lnTo>
                    <a:pt x="512426" y="4336518"/>
                  </a:lnTo>
                  <a:lnTo>
                    <a:pt x="379799" y="4138930"/>
                  </a:lnTo>
                  <a:cubicBezTo>
                    <a:pt x="327002" y="4059028"/>
                    <a:pt x="274886" y="3976765"/>
                    <a:pt x="226177" y="3891071"/>
                  </a:cubicBezTo>
                  <a:cubicBezTo>
                    <a:pt x="201878" y="3848171"/>
                    <a:pt x="178376" y="3804519"/>
                    <a:pt x="156916" y="3759688"/>
                  </a:cubicBezTo>
                  <a:cubicBezTo>
                    <a:pt x="135570" y="3714750"/>
                    <a:pt x="115700" y="3668954"/>
                    <a:pt x="98101" y="3622191"/>
                  </a:cubicBezTo>
                  <a:cubicBezTo>
                    <a:pt x="80842" y="3575323"/>
                    <a:pt x="65514" y="3527810"/>
                    <a:pt x="53025" y="3479547"/>
                  </a:cubicBezTo>
                  <a:cubicBezTo>
                    <a:pt x="47121" y="3455416"/>
                    <a:pt x="41103" y="3431176"/>
                    <a:pt x="36221" y="3406831"/>
                  </a:cubicBezTo>
                  <a:lnTo>
                    <a:pt x="28841" y="3370365"/>
                  </a:lnTo>
                  <a:lnTo>
                    <a:pt x="22709" y="3333792"/>
                  </a:lnTo>
                  <a:cubicBezTo>
                    <a:pt x="6700" y="3236194"/>
                    <a:pt x="0" y="3138058"/>
                    <a:pt x="0" y="3040781"/>
                  </a:cubicBezTo>
                  <a:cubicBezTo>
                    <a:pt x="454" y="2849337"/>
                    <a:pt x="21687" y="2657893"/>
                    <a:pt x="63017" y="2469880"/>
                  </a:cubicBezTo>
                  <a:cubicBezTo>
                    <a:pt x="104233" y="2281976"/>
                    <a:pt x="167362" y="2097718"/>
                    <a:pt x="252405" y="1922897"/>
                  </a:cubicBezTo>
                  <a:cubicBezTo>
                    <a:pt x="423286" y="1573257"/>
                    <a:pt x="670922" y="1260405"/>
                    <a:pt x="962499" y="993992"/>
                  </a:cubicBezTo>
                  <a:cubicBezTo>
                    <a:pt x="1108628" y="860786"/>
                    <a:pt x="1266566" y="739269"/>
                    <a:pt x="1433359" y="630088"/>
                  </a:cubicBezTo>
                  <a:cubicBezTo>
                    <a:pt x="1600380" y="521013"/>
                    <a:pt x="1776144" y="423843"/>
                    <a:pt x="1959628" y="341151"/>
                  </a:cubicBezTo>
                  <a:cubicBezTo>
                    <a:pt x="2327051" y="176950"/>
                    <a:pt x="2722633" y="68411"/>
                    <a:pt x="3127865" y="22508"/>
                  </a:cubicBezTo>
                  <a:cubicBezTo>
                    <a:pt x="3229145" y="11193"/>
                    <a:pt x="3331163" y="4168"/>
                    <a:pt x="3433280" y="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0C5373BF-BD61-4FCF-8ECF-21DFEBE09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4026353 h 4311738"/>
                <a:gd name="connsiteX1" fmla="*/ 5308830 w 5308830"/>
                <a:gd name="connsiteY1" fmla="*/ 4311738 h 4311738"/>
                <a:gd name="connsiteX2" fmla="*/ 4948051 w 5308830"/>
                <a:gd name="connsiteY2" fmla="*/ 4311738 h 4311738"/>
                <a:gd name="connsiteX3" fmla="*/ 5002803 w 5308830"/>
                <a:gd name="connsiteY3" fmla="*/ 4271506 h 4311738"/>
                <a:gd name="connsiteX4" fmla="*/ 5221147 w 5308830"/>
                <a:gd name="connsiteY4" fmla="*/ 4102386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314056 h 4311738"/>
                <a:gd name="connsiteX9" fmla="*/ 5241798 w 5308830"/>
                <a:gd name="connsiteY9" fmla="*/ 1229961 h 4311738"/>
                <a:gd name="connsiteX10" fmla="*/ 4547599 w 5308830"/>
                <a:gd name="connsiteY10" fmla="*/ 723841 h 4311738"/>
                <a:gd name="connsiteX11" fmla="*/ 3595773 w 5308830"/>
                <a:gd name="connsiteY11" fmla="*/ 536258 h 4311738"/>
                <a:gd name="connsiteX12" fmla="*/ 2484874 w 5308830"/>
                <a:gd name="connsiteY12" fmla="*/ 738106 h 4311738"/>
                <a:gd name="connsiteX13" fmla="*/ 1497964 w 5308830"/>
                <a:gd name="connsiteY13" fmla="*/ 1292596 h 4311738"/>
                <a:gd name="connsiteX14" fmla="*/ 815348 w 5308830"/>
                <a:gd name="connsiteY14" fmla="*/ 2092157 h 4311738"/>
                <a:gd name="connsiteX15" fmla="*/ 567825 w 5308830"/>
                <a:gd name="connsiteY15" fmla="*/ 3022671 h 4311738"/>
                <a:gd name="connsiteX16" fmla="*/ 977486 w 5308830"/>
                <a:gd name="connsiteY16" fmla="*/ 3886690 h 4311738"/>
                <a:gd name="connsiteX17" fmla="*/ 1183907 w 5308830"/>
                <a:gd name="connsiteY17" fmla="*/ 4160932 h 4311738"/>
                <a:gd name="connsiteX18" fmla="*/ 1285607 w 5308830"/>
                <a:gd name="connsiteY18" fmla="*/ 4296799 h 4311738"/>
                <a:gd name="connsiteX19" fmla="*/ 1297817 w 5308830"/>
                <a:gd name="connsiteY19" fmla="*/ 4311738 h 4311738"/>
                <a:gd name="connsiteX20" fmla="*/ 602176 w 5308830"/>
                <a:gd name="connsiteY20" fmla="*/ 4311738 h 4311738"/>
                <a:gd name="connsiteX21" fmla="*/ 583893 w 5308830"/>
                <a:gd name="connsiteY21" fmla="*/ 4287205 h 4311738"/>
                <a:gd name="connsiteX22" fmla="*/ 0 w 5308830"/>
                <a:gd name="connsiteY22" fmla="*/ 3022564 h 4311738"/>
                <a:gd name="connsiteX23" fmla="*/ 3595773 w 5308830"/>
                <a:gd name="connsiteY23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308830" h="4311738">
                  <a:moveTo>
                    <a:pt x="5308830" y="4026353"/>
                  </a:moveTo>
                  <a:lnTo>
                    <a:pt x="5308830" y="4311738"/>
                  </a:lnTo>
                  <a:lnTo>
                    <a:pt x="4948051" y="4311738"/>
                  </a:lnTo>
                  <a:lnTo>
                    <a:pt x="5002803" y="4271506"/>
                  </a:lnTo>
                  <a:cubicBezTo>
                    <a:pt x="5078400" y="4214990"/>
                    <a:pt x="5151610" y="4158780"/>
                    <a:pt x="5221147" y="4102386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314056"/>
                  </a:lnTo>
                  <a:lnTo>
                    <a:pt x="5241798" y="1229961"/>
                  </a:lnTo>
                  <a:cubicBezTo>
                    <a:pt x="5047072" y="1010846"/>
                    <a:pt x="4813516" y="840530"/>
                    <a:pt x="4547599" y="723841"/>
                  </a:cubicBezTo>
                  <a:cubicBezTo>
                    <a:pt x="4263856" y="599429"/>
                    <a:pt x="3943667" y="536258"/>
                    <a:pt x="3595773" y="536258"/>
                  </a:cubicBezTo>
                  <a:cubicBezTo>
                    <a:pt x="3226761" y="536258"/>
                    <a:pt x="2852980" y="604041"/>
                    <a:pt x="2484874" y="738106"/>
                  </a:cubicBezTo>
                  <a:cubicBezTo>
                    <a:pt x="2126422" y="868309"/>
                    <a:pt x="1785227" y="1060075"/>
                    <a:pt x="1497964" y="1292596"/>
                  </a:cubicBezTo>
                  <a:cubicBezTo>
                    <a:pt x="1205707" y="1529085"/>
                    <a:pt x="976010" y="1798180"/>
                    <a:pt x="815348" y="2092157"/>
                  </a:cubicBezTo>
                  <a:cubicBezTo>
                    <a:pt x="651166" y="2392675"/>
                    <a:pt x="567825" y="2705743"/>
                    <a:pt x="567825" y="3022671"/>
                  </a:cubicBezTo>
                  <a:cubicBezTo>
                    <a:pt x="567825" y="3341852"/>
                    <a:pt x="700784" y="3528255"/>
                    <a:pt x="977486" y="3886690"/>
                  </a:cubicBezTo>
                  <a:cubicBezTo>
                    <a:pt x="1044249" y="3973134"/>
                    <a:pt x="1113283" y="4062582"/>
                    <a:pt x="1183907" y="4160932"/>
                  </a:cubicBezTo>
                  <a:cubicBezTo>
                    <a:pt x="1217636" y="4207895"/>
                    <a:pt x="1251520" y="4253175"/>
                    <a:pt x="1285607" y="4296799"/>
                  </a:cubicBezTo>
                  <a:lnTo>
                    <a:pt x="1297817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7E6B45AB-7CCC-4949-9DC2-116644B5F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73412" y="2537732"/>
              <a:ext cx="5308830" cy="4311738"/>
            </a:xfrm>
            <a:custGeom>
              <a:avLst/>
              <a:gdLst>
                <a:gd name="connsiteX0" fmla="*/ 5308830 w 5308830"/>
                <a:gd name="connsiteY0" fmla="*/ 3880900 h 4311738"/>
                <a:gd name="connsiteX1" fmla="*/ 5308830 w 5308830"/>
                <a:gd name="connsiteY1" fmla="*/ 4311738 h 4311738"/>
                <a:gd name="connsiteX2" fmla="*/ 4763109 w 5308830"/>
                <a:gd name="connsiteY2" fmla="*/ 4311738 h 4311738"/>
                <a:gd name="connsiteX3" fmla="*/ 4929066 w 5308830"/>
                <a:gd name="connsiteY3" fmla="*/ 4189789 h 4311738"/>
                <a:gd name="connsiteX4" fmla="*/ 5142959 w 5308830"/>
                <a:gd name="connsiteY4" fmla="*/ 4024320 h 4311738"/>
                <a:gd name="connsiteX5" fmla="*/ 3595773 w 5308830"/>
                <a:gd name="connsiteY5" fmla="*/ 0 h 4311738"/>
                <a:gd name="connsiteX6" fmla="*/ 5271266 w 5308830"/>
                <a:gd name="connsiteY6" fmla="*/ 516192 h 4311738"/>
                <a:gd name="connsiteX7" fmla="*/ 5308830 w 5308830"/>
                <a:gd name="connsiteY7" fmla="*/ 546905 h 4311738"/>
                <a:gd name="connsiteX8" fmla="*/ 5308830 w 5308830"/>
                <a:gd name="connsiteY8" fmla="*/ 1498438 h 4311738"/>
                <a:gd name="connsiteX9" fmla="*/ 5289422 w 5308830"/>
                <a:gd name="connsiteY9" fmla="*/ 1468062 h 4311738"/>
                <a:gd name="connsiteX10" fmla="*/ 5154710 w 5308830"/>
                <a:gd name="connsiteY10" fmla="*/ 1298924 h 4311738"/>
                <a:gd name="connsiteX11" fmla="*/ 4499685 w 5308830"/>
                <a:gd name="connsiteY11" fmla="*/ 821118 h 4311738"/>
                <a:gd name="connsiteX12" fmla="*/ 3595773 w 5308830"/>
                <a:gd name="connsiteY12" fmla="*/ 643510 h 4311738"/>
                <a:gd name="connsiteX13" fmla="*/ 2525523 w 5308830"/>
                <a:gd name="connsiteY13" fmla="*/ 838172 h 4311738"/>
                <a:gd name="connsiteX14" fmla="*/ 1571767 w 5308830"/>
                <a:gd name="connsiteY14" fmla="*/ 1374000 h 4311738"/>
                <a:gd name="connsiteX15" fmla="*/ 916173 w 5308830"/>
                <a:gd name="connsiteY15" fmla="*/ 2141277 h 4311738"/>
                <a:gd name="connsiteX16" fmla="*/ 681254 w 5308830"/>
                <a:gd name="connsiteY16" fmla="*/ 3022671 h 4311738"/>
                <a:gd name="connsiteX17" fmla="*/ 1069115 w 5308830"/>
                <a:gd name="connsiteY17" fmla="*/ 3823519 h 4311738"/>
                <a:gd name="connsiteX18" fmla="*/ 1277807 w 5308830"/>
                <a:gd name="connsiteY18" fmla="*/ 4100764 h 4311738"/>
                <a:gd name="connsiteX19" fmla="*/ 1373308 w 5308830"/>
                <a:gd name="connsiteY19" fmla="*/ 4228488 h 4311738"/>
                <a:gd name="connsiteX20" fmla="*/ 1441062 w 5308830"/>
                <a:gd name="connsiteY20" fmla="*/ 4311738 h 4311738"/>
                <a:gd name="connsiteX21" fmla="*/ 602176 w 5308830"/>
                <a:gd name="connsiteY21" fmla="*/ 4311738 h 4311738"/>
                <a:gd name="connsiteX22" fmla="*/ 583893 w 5308830"/>
                <a:gd name="connsiteY22" fmla="*/ 4287205 h 4311738"/>
                <a:gd name="connsiteX23" fmla="*/ 0 w 5308830"/>
                <a:gd name="connsiteY23" fmla="*/ 3022564 h 4311738"/>
                <a:gd name="connsiteX24" fmla="*/ 3595773 w 5308830"/>
                <a:gd name="connsiteY24" fmla="*/ 0 h 431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308830" h="4311738">
                  <a:moveTo>
                    <a:pt x="5308830" y="3880900"/>
                  </a:moveTo>
                  <a:lnTo>
                    <a:pt x="5308830" y="4311738"/>
                  </a:lnTo>
                  <a:lnTo>
                    <a:pt x="4763109" y="4311738"/>
                  </a:lnTo>
                  <a:lnTo>
                    <a:pt x="4929066" y="4189789"/>
                  </a:lnTo>
                  <a:cubicBezTo>
                    <a:pt x="5003230" y="4134367"/>
                    <a:pt x="5074975" y="4079340"/>
                    <a:pt x="5142959" y="4024320"/>
                  </a:cubicBezTo>
                  <a:close/>
                  <a:moveTo>
                    <a:pt x="3595773" y="0"/>
                  </a:moveTo>
                  <a:cubicBezTo>
                    <a:pt x="4261231" y="0"/>
                    <a:pt x="4825666" y="190293"/>
                    <a:pt x="5271266" y="516192"/>
                  </a:cubicBezTo>
                  <a:lnTo>
                    <a:pt x="5308830" y="546905"/>
                  </a:lnTo>
                  <a:lnTo>
                    <a:pt x="5308830" y="1498438"/>
                  </a:lnTo>
                  <a:lnTo>
                    <a:pt x="5289422" y="1468062"/>
                  </a:lnTo>
                  <a:cubicBezTo>
                    <a:pt x="5247242" y="1408963"/>
                    <a:pt x="5202313" y="1352510"/>
                    <a:pt x="5154710" y="1298924"/>
                  </a:cubicBezTo>
                  <a:cubicBezTo>
                    <a:pt x="4970772" y="1091928"/>
                    <a:pt x="4750500" y="931159"/>
                    <a:pt x="4499685" y="821118"/>
                  </a:cubicBezTo>
                  <a:cubicBezTo>
                    <a:pt x="4231156" y="703248"/>
                    <a:pt x="3926977" y="643510"/>
                    <a:pt x="3595773" y="643510"/>
                  </a:cubicBezTo>
                  <a:cubicBezTo>
                    <a:pt x="3245836" y="643510"/>
                    <a:pt x="2875688" y="710757"/>
                    <a:pt x="2525523" y="838172"/>
                  </a:cubicBezTo>
                  <a:cubicBezTo>
                    <a:pt x="2179105" y="964084"/>
                    <a:pt x="1849265" y="1149415"/>
                    <a:pt x="1571767" y="1374000"/>
                  </a:cubicBezTo>
                  <a:cubicBezTo>
                    <a:pt x="1294611" y="1598264"/>
                    <a:pt x="1067980" y="1863603"/>
                    <a:pt x="916173" y="2141277"/>
                  </a:cubicBezTo>
                  <a:cubicBezTo>
                    <a:pt x="760280" y="2426459"/>
                    <a:pt x="681254" y="2723010"/>
                    <a:pt x="681254" y="3022671"/>
                  </a:cubicBezTo>
                  <a:cubicBezTo>
                    <a:pt x="681254" y="3309032"/>
                    <a:pt x="800134" y="3475166"/>
                    <a:pt x="1069115" y="3823519"/>
                  </a:cubicBezTo>
                  <a:cubicBezTo>
                    <a:pt x="1136445" y="3910714"/>
                    <a:pt x="1206047" y="4000912"/>
                    <a:pt x="1277807" y="4100764"/>
                  </a:cubicBezTo>
                  <a:cubicBezTo>
                    <a:pt x="1309528" y="4144925"/>
                    <a:pt x="1341351" y="4187490"/>
                    <a:pt x="1373308" y="4228488"/>
                  </a:cubicBezTo>
                  <a:lnTo>
                    <a:pt x="1441062" y="4311738"/>
                  </a:lnTo>
                  <a:lnTo>
                    <a:pt x="602176" y="4311738"/>
                  </a:lnTo>
                  <a:lnTo>
                    <a:pt x="583893" y="4287205"/>
                  </a:lnTo>
                  <a:cubicBezTo>
                    <a:pt x="281395" y="3892133"/>
                    <a:pt x="0" y="3570338"/>
                    <a:pt x="0" y="3022564"/>
                  </a:cubicBezTo>
                  <a:cubicBezTo>
                    <a:pt x="0" y="1353193"/>
                    <a:pt x="1810660" y="0"/>
                    <a:pt x="359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61D22245-3D67-419C-A6B5-DD0EB0D83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3758" y="0"/>
            <a:ext cx="5081407" cy="3133064"/>
            <a:chOff x="5907711" y="0"/>
            <a:chExt cx="5081407" cy="3133064"/>
          </a:xfrm>
          <a:solidFill>
            <a:schemeClr val="accent5">
              <a:alpha val="5000"/>
            </a:schemeClr>
          </a:solidFill>
        </p:grpSpPr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3A64720-9AA0-4796-8E62-15672228C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9200" y="0"/>
              <a:ext cx="5069918" cy="3111852"/>
            </a:xfrm>
            <a:custGeom>
              <a:avLst/>
              <a:gdLst>
                <a:gd name="connsiteX0" fmla="*/ 145909 w 5069918"/>
                <a:gd name="connsiteY0" fmla="*/ 0 h 3111852"/>
                <a:gd name="connsiteX1" fmla="*/ 205279 w 5069918"/>
                <a:gd name="connsiteY1" fmla="*/ 0 h 3111852"/>
                <a:gd name="connsiteX2" fmla="*/ 202868 w 5069918"/>
                <a:gd name="connsiteY2" fmla="*/ 5043 h 3111852"/>
                <a:gd name="connsiteX3" fmla="*/ 191273 w 5069918"/>
                <a:gd name="connsiteY3" fmla="*/ 30818 h 3111852"/>
                <a:gd name="connsiteX4" fmla="*/ 169129 w 5069918"/>
                <a:gd name="connsiteY4" fmla="*/ 82781 h 3111852"/>
                <a:gd name="connsiteX5" fmla="*/ 148381 w 5069918"/>
                <a:gd name="connsiteY5" fmla="*/ 135320 h 3111852"/>
                <a:gd name="connsiteX6" fmla="*/ 80903 w 5069918"/>
                <a:gd name="connsiteY6" fmla="*/ 350499 h 3111852"/>
                <a:gd name="connsiteX7" fmla="*/ 26154 w 5069918"/>
                <a:gd name="connsiteY7" fmla="*/ 796339 h 3111852"/>
                <a:gd name="connsiteX8" fmla="*/ 49170 w 5069918"/>
                <a:gd name="connsiteY8" fmla="*/ 1018931 h 3111852"/>
                <a:gd name="connsiteX9" fmla="*/ 119437 w 5069918"/>
                <a:gd name="connsiteY9" fmla="*/ 1231804 h 3111852"/>
                <a:gd name="connsiteX10" fmla="*/ 143672 w 5069918"/>
                <a:gd name="connsiteY10" fmla="*/ 1282696 h 3111852"/>
                <a:gd name="connsiteX11" fmla="*/ 170611 w 5069918"/>
                <a:gd name="connsiteY11" fmla="*/ 1332436 h 3111852"/>
                <a:gd name="connsiteX12" fmla="*/ 230330 w 5069918"/>
                <a:gd name="connsiteY12" fmla="*/ 1428867 h 3111852"/>
                <a:gd name="connsiteX13" fmla="*/ 296237 w 5069918"/>
                <a:gd name="connsiteY13" fmla="*/ 1522004 h 3111852"/>
                <a:gd name="connsiteX14" fmla="*/ 366853 w 5069918"/>
                <a:gd name="connsiteY14" fmla="*/ 1612506 h 3111852"/>
                <a:gd name="connsiteX15" fmla="*/ 513838 w 5069918"/>
                <a:gd name="connsiteY15" fmla="*/ 1791535 h 3111852"/>
                <a:gd name="connsiteX16" fmla="*/ 587330 w 5069918"/>
                <a:gd name="connsiteY16" fmla="*/ 1882283 h 3111852"/>
                <a:gd name="connsiteX17" fmla="*/ 658817 w 5069918"/>
                <a:gd name="connsiteY17" fmla="*/ 1974186 h 3111852"/>
                <a:gd name="connsiteX18" fmla="*/ 730305 w 5069918"/>
                <a:gd name="connsiteY18" fmla="*/ 2062959 h 3111852"/>
                <a:gd name="connsiteX19" fmla="*/ 805018 w 5069918"/>
                <a:gd name="connsiteY19" fmla="*/ 2148685 h 3111852"/>
                <a:gd name="connsiteX20" fmla="*/ 963424 w 5069918"/>
                <a:gd name="connsiteY20" fmla="*/ 2310337 h 3111852"/>
                <a:gd name="connsiteX21" fmla="*/ 1319204 w 5069918"/>
                <a:gd name="connsiteY21" fmla="*/ 2580196 h 3111852"/>
                <a:gd name="connsiteX22" fmla="*/ 1515882 w 5069918"/>
                <a:gd name="connsiteY22" fmla="*/ 2681651 h 3111852"/>
                <a:gd name="connsiteX23" fmla="*/ 1723456 w 5069918"/>
                <a:gd name="connsiteY23" fmla="*/ 2758319 h 3111852"/>
                <a:gd name="connsiteX24" fmla="*/ 1939662 w 5069918"/>
                <a:gd name="connsiteY24" fmla="*/ 2811269 h 3111852"/>
                <a:gd name="connsiteX25" fmla="*/ 2162581 w 5069918"/>
                <a:gd name="connsiteY25" fmla="*/ 2840916 h 3111852"/>
                <a:gd name="connsiteX26" fmla="*/ 2389597 w 5069918"/>
                <a:gd name="connsiteY26" fmla="*/ 2850221 h 3111852"/>
                <a:gd name="connsiteX27" fmla="*/ 2446002 w 5069918"/>
                <a:gd name="connsiteY27" fmla="*/ 2849808 h 3111852"/>
                <a:gd name="connsiteX28" fmla="*/ 2473638 w 5069918"/>
                <a:gd name="connsiteY28" fmla="*/ 2849151 h 3111852"/>
                <a:gd name="connsiteX29" fmla="*/ 2501187 w 5069918"/>
                <a:gd name="connsiteY29" fmla="*/ 2847832 h 3111852"/>
                <a:gd name="connsiteX30" fmla="*/ 2610685 w 5069918"/>
                <a:gd name="connsiteY30" fmla="*/ 2838774 h 3111852"/>
                <a:gd name="connsiteX31" fmla="*/ 3033071 w 5069918"/>
                <a:gd name="connsiteY31" fmla="*/ 2730979 h 3111852"/>
                <a:gd name="connsiteX32" fmla="*/ 3232974 w 5069918"/>
                <a:gd name="connsiteY32" fmla="*/ 2637430 h 3111852"/>
                <a:gd name="connsiteX33" fmla="*/ 3425990 w 5069918"/>
                <a:gd name="connsiteY33" fmla="*/ 2523622 h 3111852"/>
                <a:gd name="connsiteX34" fmla="*/ 3613601 w 5069918"/>
                <a:gd name="connsiteY34" fmla="*/ 2394827 h 3111852"/>
                <a:gd name="connsiteX35" fmla="*/ 3706185 w 5069918"/>
                <a:gd name="connsiteY35" fmla="*/ 2326642 h 3111852"/>
                <a:gd name="connsiteX36" fmla="*/ 3799729 w 5069918"/>
                <a:gd name="connsiteY36" fmla="*/ 2255904 h 3111852"/>
                <a:gd name="connsiteX37" fmla="*/ 4175561 w 5069918"/>
                <a:gd name="connsiteY37" fmla="*/ 1976821 h 3111852"/>
                <a:gd name="connsiteX38" fmla="*/ 4517132 w 5069918"/>
                <a:gd name="connsiteY38" fmla="*/ 1683080 h 3111852"/>
                <a:gd name="connsiteX39" fmla="*/ 4659758 w 5069918"/>
                <a:gd name="connsiteY39" fmla="*/ 1519452 h 3111852"/>
                <a:gd name="connsiteX40" fmla="*/ 4773178 w 5069918"/>
                <a:gd name="connsiteY40" fmla="*/ 1340423 h 3111852"/>
                <a:gd name="connsiteX41" fmla="*/ 4892092 w 5069918"/>
                <a:gd name="connsiteY41" fmla="*/ 938311 h 3111852"/>
                <a:gd name="connsiteX42" fmla="*/ 4898804 w 5069918"/>
                <a:gd name="connsiteY42" fmla="*/ 831503 h 3111852"/>
                <a:gd name="connsiteX43" fmla="*/ 4899153 w 5069918"/>
                <a:gd name="connsiteY43" fmla="*/ 776988 h 3111852"/>
                <a:gd name="connsiteX44" fmla="*/ 4898456 w 5069918"/>
                <a:gd name="connsiteY44" fmla="*/ 721484 h 3111852"/>
                <a:gd name="connsiteX45" fmla="*/ 4886774 w 5069918"/>
                <a:gd name="connsiteY45" fmla="*/ 499635 h 3111852"/>
                <a:gd name="connsiteX46" fmla="*/ 4815896 w 5069918"/>
                <a:gd name="connsiteY46" fmla="*/ 59970 h 3111852"/>
                <a:gd name="connsiteX47" fmla="*/ 4798654 w 5069918"/>
                <a:gd name="connsiteY47" fmla="*/ 0 h 3111852"/>
                <a:gd name="connsiteX48" fmla="*/ 4909441 w 5069918"/>
                <a:gd name="connsiteY48" fmla="*/ 0 h 3111852"/>
                <a:gd name="connsiteX49" fmla="*/ 4921297 w 5069918"/>
                <a:gd name="connsiteY49" fmla="*/ 34112 h 3111852"/>
                <a:gd name="connsiteX50" fmla="*/ 5027482 w 5069918"/>
                <a:gd name="connsiteY50" fmla="*/ 483740 h 3111852"/>
                <a:gd name="connsiteX51" fmla="*/ 5058082 w 5069918"/>
                <a:gd name="connsiteY51" fmla="*/ 712837 h 3111852"/>
                <a:gd name="connsiteX52" fmla="*/ 5063486 w 5069918"/>
                <a:gd name="connsiteY52" fmla="*/ 770400 h 3111852"/>
                <a:gd name="connsiteX53" fmla="*/ 5067846 w 5069918"/>
                <a:gd name="connsiteY53" fmla="*/ 829033 h 3111852"/>
                <a:gd name="connsiteX54" fmla="*/ 5069414 w 5069918"/>
                <a:gd name="connsiteY54" fmla="*/ 948521 h 3111852"/>
                <a:gd name="connsiteX55" fmla="*/ 5040732 w 5069918"/>
                <a:gd name="connsiteY55" fmla="*/ 1188571 h 3111852"/>
                <a:gd name="connsiteX56" fmla="*/ 4964102 w 5069918"/>
                <a:gd name="connsiteY56" fmla="*/ 1421620 h 3111852"/>
                <a:gd name="connsiteX57" fmla="*/ 4689486 w 5069918"/>
                <a:gd name="connsiteY57" fmla="*/ 1828757 h 3111852"/>
                <a:gd name="connsiteX58" fmla="*/ 4333792 w 5069918"/>
                <a:gd name="connsiteY58" fmla="*/ 2155355 h 3111852"/>
                <a:gd name="connsiteX59" fmla="*/ 3965196 w 5069918"/>
                <a:gd name="connsiteY59" fmla="*/ 2446790 h 3111852"/>
                <a:gd name="connsiteX60" fmla="*/ 3873745 w 5069918"/>
                <a:gd name="connsiteY60" fmla="*/ 2519916 h 3111852"/>
                <a:gd name="connsiteX61" fmla="*/ 3779416 w 5069918"/>
                <a:gd name="connsiteY61" fmla="*/ 2593454 h 3111852"/>
                <a:gd name="connsiteX62" fmla="*/ 3582739 w 5069918"/>
                <a:gd name="connsiteY62" fmla="*/ 2735343 h 3111852"/>
                <a:gd name="connsiteX63" fmla="*/ 3371851 w 5069918"/>
                <a:gd name="connsiteY63" fmla="*/ 2865126 h 3111852"/>
                <a:gd name="connsiteX64" fmla="*/ 3143614 w 5069918"/>
                <a:gd name="connsiteY64" fmla="*/ 2974568 h 3111852"/>
                <a:gd name="connsiteX65" fmla="*/ 2643552 w 5069918"/>
                <a:gd name="connsiteY65" fmla="*/ 3101304 h 3111852"/>
                <a:gd name="connsiteX66" fmla="*/ 2514264 w 5069918"/>
                <a:gd name="connsiteY66" fmla="*/ 3110445 h 3111852"/>
                <a:gd name="connsiteX67" fmla="*/ 2481920 w 5069918"/>
                <a:gd name="connsiteY67" fmla="*/ 3111598 h 3111852"/>
                <a:gd name="connsiteX68" fmla="*/ 2449664 w 5069918"/>
                <a:gd name="connsiteY68" fmla="*/ 3111763 h 3111852"/>
                <a:gd name="connsiteX69" fmla="*/ 2386284 w 5069918"/>
                <a:gd name="connsiteY69" fmla="*/ 3111022 h 3111852"/>
                <a:gd name="connsiteX70" fmla="*/ 2260658 w 5069918"/>
                <a:gd name="connsiteY70" fmla="*/ 3106080 h 3111852"/>
                <a:gd name="connsiteX71" fmla="*/ 2134945 w 5069918"/>
                <a:gd name="connsiteY71" fmla="*/ 3094716 h 3111852"/>
                <a:gd name="connsiteX72" fmla="*/ 1884564 w 5069918"/>
                <a:gd name="connsiteY72" fmla="*/ 3054200 h 3111852"/>
                <a:gd name="connsiteX73" fmla="*/ 1639764 w 5069918"/>
                <a:gd name="connsiteY73" fmla="*/ 2984286 h 3111852"/>
                <a:gd name="connsiteX74" fmla="*/ 1407081 w 5069918"/>
                <a:gd name="connsiteY74" fmla="*/ 2882913 h 3111852"/>
                <a:gd name="connsiteX75" fmla="*/ 1193491 w 5069918"/>
                <a:gd name="connsiteY75" fmla="*/ 2750989 h 3111852"/>
                <a:gd name="connsiteX76" fmla="*/ 836141 w 5069918"/>
                <a:gd name="connsiteY76" fmla="*/ 2418627 h 3111852"/>
                <a:gd name="connsiteX77" fmla="*/ 690812 w 5069918"/>
                <a:gd name="connsiteY77" fmla="*/ 2230210 h 3111852"/>
                <a:gd name="connsiteX78" fmla="*/ 562397 w 5069918"/>
                <a:gd name="connsiteY78" fmla="*/ 2033725 h 3111852"/>
                <a:gd name="connsiteX79" fmla="*/ 502504 w 5069918"/>
                <a:gd name="connsiteY79" fmla="*/ 1936223 h 3111852"/>
                <a:gd name="connsiteX80" fmla="*/ 440258 w 5069918"/>
                <a:gd name="connsiteY80" fmla="*/ 1840368 h 3111852"/>
                <a:gd name="connsiteX81" fmla="*/ 310360 w 5069918"/>
                <a:gd name="connsiteY81" fmla="*/ 1649481 h 3111852"/>
                <a:gd name="connsiteX82" fmla="*/ 246806 w 5069918"/>
                <a:gd name="connsiteY82" fmla="*/ 1552391 h 3111852"/>
                <a:gd name="connsiteX83" fmla="*/ 186303 w 5069918"/>
                <a:gd name="connsiteY83" fmla="*/ 1453160 h 3111852"/>
                <a:gd name="connsiteX84" fmla="*/ 84390 w 5069918"/>
                <a:gd name="connsiteY84" fmla="*/ 1244980 h 3111852"/>
                <a:gd name="connsiteX85" fmla="*/ 20139 w 5069918"/>
                <a:gd name="connsiteY85" fmla="*/ 1024037 h 3111852"/>
                <a:gd name="connsiteX86" fmla="*/ 0 w 5069918"/>
                <a:gd name="connsiteY86" fmla="*/ 796339 h 3111852"/>
                <a:gd name="connsiteX87" fmla="*/ 102773 w 5069918"/>
                <a:gd name="connsiteY87" fmla="*/ 121376 h 3111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5069918" h="3111852">
                  <a:moveTo>
                    <a:pt x="145909" y="0"/>
                  </a:moveTo>
                  <a:lnTo>
                    <a:pt x="205279" y="0"/>
                  </a:lnTo>
                  <a:lnTo>
                    <a:pt x="202868" y="5043"/>
                  </a:lnTo>
                  <a:lnTo>
                    <a:pt x="191273" y="30818"/>
                  </a:lnTo>
                  <a:cubicBezTo>
                    <a:pt x="183688" y="48029"/>
                    <a:pt x="176016" y="65240"/>
                    <a:pt x="169129" y="82781"/>
                  </a:cubicBezTo>
                  <a:cubicBezTo>
                    <a:pt x="162242" y="100321"/>
                    <a:pt x="154658" y="117615"/>
                    <a:pt x="148381" y="135320"/>
                  </a:cubicBezTo>
                  <a:cubicBezTo>
                    <a:pt x="121529" y="205646"/>
                    <a:pt x="98775" y="277455"/>
                    <a:pt x="80903" y="350499"/>
                  </a:cubicBezTo>
                  <a:cubicBezTo>
                    <a:pt x="44636" y="496258"/>
                    <a:pt x="26067" y="646299"/>
                    <a:pt x="26154" y="796339"/>
                  </a:cubicBezTo>
                  <a:cubicBezTo>
                    <a:pt x="26590" y="871114"/>
                    <a:pt x="34001" y="945722"/>
                    <a:pt x="49170" y="1018931"/>
                  </a:cubicBezTo>
                  <a:cubicBezTo>
                    <a:pt x="65124" y="1091975"/>
                    <a:pt x="88226" y="1163454"/>
                    <a:pt x="119437" y="1231804"/>
                  </a:cubicBezTo>
                  <a:cubicBezTo>
                    <a:pt x="126847" y="1249016"/>
                    <a:pt x="135478" y="1265815"/>
                    <a:pt x="143672" y="1282696"/>
                  </a:cubicBezTo>
                  <a:cubicBezTo>
                    <a:pt x="152565" y="1299331"/>
                    <a:pt x="161021" y="1316130"/>
                    <a:pt x="170611" y="1332436"/>
                  </a:cubicBezTo>
                  <a:cubicBezTo>
                    <a:pt x="188919" y="1365375"/>
                    <a:pt x="209319" y="1397327"/>
                    <a:pt x="230330" y="1428867"/>
                  </a:cubicBezTo>
                  <a:cubicBezTo>
                    <a:pt x="251253" y="1460489"/>
                    <a:pt x="273658" y="1491288"/>
                    <a:pt x="296237" y="1522004"/>
                  </a:cubicBezTo>
                  <a:cubicBezTo>
                    <a:pt x="319165" y="1552474"/>
                    <a:pt x="342966" y="1582531"/>
                    <a:pt x="366853" y="1612506"/>
                  </a:cubicBezTo>
                  <a:cubicBezTo>
                    <a:pt x="414714" y="1672540"/>
                    <a:pt x="464756" y="1731337"/>
                    <a:pt x="513838" y="1791535"/>
                  </a:cubicBezTo>
                  <a:cubicBezTo>
                    <a:pt x="538509" y="1821510"/>
                    <a:pt x="563094" y="1851732"/>
                    <a:pt x="587330" y="1882283"/>
                  </a:cubicBezTo>
                  <a:cubicBezTo>
                    <a:pt x="611479" y="1912588"/>
                    <a:pt x="635453" y="1944787"/>
                    <a:pt x="658817" y="1974186"/>
                  </a:cubicBezTo>
                  <a:cubicBezTo>
                    <a:pt x="682008" y="2004326"/>
                    <a:pt x="706330" y="2033560"/>
                    <a:pt x="730305" y="2062959"/>
                  </a:cubicBezTo>
                  <a:cubicBezTo>
                    <a:pt x="754977" y="2091864"/>
                    <a:pt x="779474" y="2120768"/>
                    <a:pt x="805018" y="2148685"/>
                  </a:cubicBezTo>
                  <a:cubicBezTo>
                    <a:pt x="855757" y="2204847"/>
                    <a:pt x="908500" y="2258951"/>
                    <a:pt x="963424" y="2310337"/>
                  </a:cubicBezTo>
                  <a:cubicBezTo>
                    <a:pt x="1073444" y="2412862"/>
                    <a:pt x="1192183" y="2504353"/>
                    <a:pt x="1319204" y="2580196"/>
                  </a:cubicBezTo>
                  <a:cubicBezTo>
                    <a:pt x="1382846" y="2617913"/>
                    <a:pt x="1448143" y="2652500"/>
                    <a:pt x="1515882" y="2681651"/>
                  </a:cubicBezTo>
                  <a:cubicBezTo>
                    <a:pt x="1583184" y="2711626"/>
                    <a:pt x="1652666" y="2736908"/>
                    <a:pt x="1723456" y="2758319"/>
                  </a:cubicBezTo>
                  <a:cubicBezTo>
                    <a:pt x="1794246" y="2779812"/>
                    <a:pt x="1866431" y="2797188"/>
                    <a:pt x="1939662" y="2811269"/>
                  </a:cubicBezTo>
                  <a:cubicBezTo>
                    <a:pt x="2012981" y="2825104"/>
                    <a:pt x="2087519" y="2834574"/>
                    <a:pt x="2162581" y="2840916"/>
                  </a:cubicBezTo>
                  <a:cubicBezTo>
                    <a:pt x="2237643" y="2847338"/>
                    <a:pt x="2313489" y="2850139"/>
                    <a:pt x="2389597" y="2850221"/>
                  </a:cubicBezTo>
                  <a:cubicBezTo>
                    <a:pt x="2408602" y="2850221"/>
                    <a:pt x="2427869" y="2850550"/>
                    <a:pt x="2446002" y="2849808"/>
                  </a:cubicBezTo>
                  <a:lnTo>
                    <a:pt x="2473638" y="2849151"/>
                  </a:lnTo>
                  <a:lnTo>
                    <a:pt x="2501187" y="2847832"/>
                  </a:lnTo>
                  <a:cubicBezTo>
                    <a:pt x="2537890" y="2846268"/>
                    <a:pt x="2574418" y="2842809"/>
                    <a:pt x="2610685" y="2838774"/>
                  </a:cubicBezTo>
                  <a:cubicBezTo>
                    <a:pt x="2755926" y="2821975"/>
                    <a:pt x="2897244" y="2785164"/>
                    <a:pt x="3033071" y="2730979"/>
                  </a:cubicBezTo>
                  <a:cubicBezTo>
                    <a:pt x="3101158" y="2704132"/>
                    <a:pt x="3167589" y="2672263"/>
                    <a:pt x="3232974" y="2637430"/>
                  </a:cubicBezTo>
                  <a:cubicBezTo>
                    <a:pt x="3298446" y="2602760"/>
                    <a:pt x="3362697" y="2564303"/>
                    <a:pt x="3425990" y="2523622"/>
                  </a:cubicBezTo>
                  <a:cubicBezTo>
                    <a:pt x="3489282" y="2482859"/>
                    <a:pt x="3551529" y="2439461"/>
                    <a:pt x="3613601" y="2394827"/>
                  </a:cubicBezTo>
                  <a:cubicBezTo>
                    <a:pt x="3644549" y="2372511"/>
                    <a:pt x="3675411" y="2349617"/>
                    <a:pt x="3706185" y="2326642"/>
                  </a:cubicBezTo>
                  <a:lnTo>
                    <a:pt x="3799729" y="2255904"/>
                  </a:lnTo>
                  <a:cubicBezTo>
                    <a:pt x="3926402" y="2160954"/>
                    <a:pt x="4053597" y="2070123"/>
                    <a:pt x="4175561" y="1976821"/>
                  </a:cubicBezTo>
                  <a:cubicBezTo>
                    <a:pt x="4297526" y="1883601"/>
                    <a:pt x="4414084" y="1787582"/>
                    <a:pt x="4517132" y="1683080"/>
                  </a:cubicBezTo>
                  <a:cubicBezTo>
                    <a:pt x="4568480" y="1630705"/>
                    <a:pt x="4616604" y="1576438"/>
                    <a:pt x="4659758" y="1519452"/>
                  </a:cubicBezTo>
                  <a:cubicBezTo>
                    <a:pt x="4702650" y="1462383"/>
                    <a:pt x="4741184" y="1402845"/>
                    <a:pt x="4773178" y="1340423"/>
                  </a:cubicBezTo>
                  <a:cubicBezTo>
                    <a:pt x="4837865" y="1215829"/>
                    <a:pt x="4877446" y="1079787"/>
                    <a:pt x="4892092" y="938311"/>
                  </a:cubicBezTo>
                  <a:cubicBezTo>
                    <a:pt x="4895666" y="902982"/>
                    <a:pt x="4897845" y="867325"/>
                    <a:pt x="4898804" y="831503"/>
                  </a:cubicBezTo>
                  <a:cubicBezTo>
                    <a:pt x="4899066" y="813633"/>
                    <a:pt x="4899414" y="795764"/>
                    <a:pt x="4899153" y="776988"/>
                  </a:cubicBezTo>
                  <a:cubicBezTo>
                    <a:pt x="4898979" y="758460"/>
                    <a:pt x="4899066" y="740012"/>
                    <a:pt x="4898456" y="721484"/>
                  </a:cubicBezTo>
                  <a:cubicBezTo>
                    <a:pt x="4896974" y="647452"/>
                    <a:pt x="4893226" y="573502"/>
                    <a:pt x="4886774" y="499635"/>
                  </a:cubicBezTo>
                  <a:cubicBezTo>
                    <a:pt x="4873610" y="351981"/>
                    <a:pt x="4851030" y="204740"/>
                    <a:pt x="4815896" y="59970"/>
                  </a:cubicBezTo>
                  <a:lnTo>
                    <a:pt x="4798654" y="0"/>
                  </a:lnTo>
                  <a:lnTo>
                    <a:pt x="4909441" y="0"/>
                  </a:lnTo>
                  <a:lnTo>
                    <a:pt x="4921297" y="34112"/>
                  </a:lnTo>
                  <a:cubicBezTo>
                    <a:pt x="4966630" y="181436"/>
                    <a:pt x="5002460" y="331724"/>
                    <a:pt x="5027482" y="483740"/>
                  </a:cubicBezTo>
                  <a:cubicBezTo>
                    <a:pt x="5040123" y="559749"/>
                    <a:pt x="5050323" y="636170"/>
                    <a:pt x="5058082" y="712837"/>
                  </a:cubicBezTo>
                  <a:cubicBezTo>
                    <a:pt x="5060261" y="732025"/>
                    <a:pt x="5061743" y="751213"/>
                    <a:pt x="5063486" y="770400"/>
                  </a:cubicBezTo>
                  <a:cubicBezTo>
                    <a:pt x="5065318" y="789340"/>
                    <a:pt x="5066625" y="809186"/>
                    <a:pt x="5067846" y="829033"/>
                  </a:cubicBezTo>
                  <a:cubicBezTo>
                    <a:pt x="5069851" y="868643"/>
                    <a:pt x="5070461" y="908500"/>
                    <a:pt x="5069414" y="948521"/>
                  </a:cubicBezTo>
                  <a:cubicBezTo>
                    <a:pt x="5067060" y="1028483"/>
                    <a:pt x="5057820" y="1109021"/>
                    <a:pt x="5040732" y="1188571"/>
                  </a:cubicBezTo>
                  <a:cubicBezTo>
                    <a:pt x="5023123" y="1268038"/>
                    <a:pt x="4997578" y="1346435"/>
                    <a:pt x="4964102" y="1421620"/>
                  </a:cubicBezTo>
                  <a:cubicBezTo>
                    <a:pt x="4897409" y="1572485"/>
                    <a:pt x="4799942" y="1709020"/>
                    <a:pt x="4689486" y="1828757"/>
                  </a:cubicBezTo>
                  <a:cubicBezTo>
                    <a:pt x="4579116" y="1949234"/>
                    <a:pt x="4456716" y="2054888"/>
                    <a:pt x="4333792" y="2155355"/>
                  </a:cubicBezTo>
                  <a:cubicBezTo>
                    <a:pt x="4210520" y="2255657"/>
                    <a:pt x="4085853" y="2350524"/>
                    <a:pt x="3965196" y="2446790"/>
                  </a:cubicBezTo>
                  <a:lnTo>
                    <a:pt x="3873745" y="2519916"/>
                  </a:lnTo>
                  <a:cubicBezTo>
                    <a:pt x="3842621" y="2544539"/>
                    <a:pt x="3811324" y="2569162"/>
                    <a:pt x="3779416" y="2593454"/>
                  </a:cubicBezTo>
                  <a:cubicBezTo>
                    <a:pt x="3715862" y="2642123"/>
                    <a:pt x="3650652" y="2689804"/>
                    <a:pt x="3582739" y="2735343"/>
                  </a:cubicBezTo>
                  <a:cubicBezTo>
                    <a:pt x="3514913" y="2780800"/>
                    <a:pt x="3445170" y="2824939"/>
                    <a:pt x="3371851" y="2865126"/>
                  </a:cubicBezTo>
                  <a:cubicBezTo>
                    <a:pt x="3298533" y="2905230"/>
                    <a:pt x="3222687" y="2942452"/>
                    <a:pt x="3143614" y="2974568"/>
                  </a:cubicBezTo>
                  <a:cubicBezTo>
                    <a:pt x="2985994" y="3039625"/>
                    <a:pt x="2815732" y="3083105"/>
                    <a:pt x="2643552" y="3101304"/>
                  </a:cubicBezTo>
                  <a:cubicBezTo>
                    <a:pt x="2600484" y="3105587"/>
                    <a:pt x="2557331" y="3109046"/>
                    <a:pt x="2514264" y="3110445"/>
                  </a:cubicBezTo>
                  <a:lnTo>
                    <a:pt x="2481920" y="3111598"/>
                  </a:lnTo>
                  <a:lnTo>
                    <a:pt x="2449664" y="3111763"/>
                  </a:lnTo>
                  <a:cubicBezTo>
                    <a:pt x="2427869" y="3112092"/>
                    <a:pt x="2407207" y="3111434"/>
                    <a:pt x="2386284" y="3111022"/>
                  </a:cubicBezTo>
                  <a:cubicBezTo>
                    <a:pt x="2344525" y="3110528"/>
                    <a:pt x="2302505" y="3108140"/>
                    <a:pt x="2260658" y="3106080"/>
                  </a:cubicBezTo>
                  <a:cubicBezTo>
                    <a:pt x="2218725" y="3102787"/>
                    <a:pt x="2176791" y="3099740"/>
                    <a:pt x="2134945" y="3094716"/>
                  </a:cubicBezTo>
                  <a:cubicBezTo>
                    <a:pt x="2051165" y="3085246"/>
                    <a:pt x="1967473" y="3072317"/>
                    <a:pt x="1884564" y="3054200"/>
                  </a:cubicBezTo>
                  <a:cubicBezTo>
                    <a:pt x="1801657" y="3036084"/>
                    <a:pt x="1719708" y="3012778"/>
                    <a:pt x="1639764" y="2984286"/>
                  </a:cubicBezTo>
                  <a:cubicBezTo>
                    <a:pt x="1559820" y="2955710"/>
                    <a:pt x="1481969" y="2921618"/>
                    <a:pt x="1407081" y="2882913"/>
                  </a:cubicBezTo>
                  <a:cubicBezTo>
                    <a:pt x="1332455" y="2843633"/>
                    <a:pt x="1260794" y="2799741"/>
                    <a:pt x="1193491" y="2750989"/>
                  </a:cubicBezTo>
                  <a:cubicBezTo>
                    <a:pt x="1058362" y="2653982"/>
                    <a:pt x="939973" y="2540257"/>
                    <a:pt x="836141" y="2418627"/>
                  </a:cubicBezTo>
                  <a:cubicBezTo>
                    <a:pt x="784444" y="2357523"/>
                    <a:pt x="736321" y="2294444"/>
                    <a:pt x="690812" y="2230210"/>
                  </a:cubicBezTo>
                  <a:cubicBezTo>
                    <a:pt x="645217" y="2165978"/>
                    <a:pt x="602674" y="2100345"/>
                    <a:pt x="562397" y="2033725"/>
                  </a:cubicBezTo>
                  <a:cubicBezTo>
                    <a:pt x="541823" y="2000044"/>
                    <a:pt x="522992" y="1968504"/>
                    <a:pt x="502504" y="1936223"/>
                  </a:cubicBezTo>
                  <a:cubicBezTo>
                    <a:pt x="482192" y="1904189"/>
                    <a:pt x="461530" y="1872155"/>
                    <a:pt x="440258" y="1840368"/>
                  </a:cubicBezTo>
                  <a:lnTo>
                    <a:pt x="310360" y="1649481"/>
                  </a:lnTo>
                  <a:cubicBezTo>
                    <a:pt x="288826" y="1617365"/>
                    <a:pt x="267555" y="1585084"/>
                    <a:pt x="246806" y="1552391"/>
                  </a:cubicBezTo>
                  <a:cubicBezTo>
                    <a:pt x="226057" y="1519698"/>
                    <a:pt x="205483" y="1486923"/>
                    <a:pt x="186303" y="1453160"/>
                  </a:cubicBezTo>
                  <a:cubicBezTo>
                    <a:pt x="147857" y="1385962"/>
                    <a:pt x="112550" y="1316790"/>
                    <a:pt x="84390" y="1244980"/>
                  </a:cubicBezTo>
                  <a:cubicBezTo>
                    <a:pt x="55708" y="1173418"/>
                    <a:pt x="34436" y="1099222"/>
                    <a:pt x="20139" y="1024037"/>
                  </a:cubicBezTo>
                  <a:cubicBezTo>
                    <a:pt x="6452" y="948852"/>
                    <a:pt x="0" y="872513"/>
                    <a:pt x="0" y="796339"/>
                  </a:cubicBezTo>
                  <a:cubicBezTo>
                    <a:pt x="850" y="568560"/>
                    <a:pt x="36028" y="341245"/>
                    <a:pt x="102773" y="121376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31BCBF53-F859-485D-8008-16DE1F4FB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3885" y="1"/>
              <a:ext cx="4960549" cy="2918955"/>
            </a:xfrm>
            <a:custGeom>
              <a:avLst/>
              <a:gdLst>
                <a:gd name="connsiteX0" fmla="*/ 154335 w 4960549"/>
                <a:gd name="connsiteY0" fmla="*/ 0 h 2918955"/>
                <a:gd name="connsiteX1" fmla="*/ 347871 w 4960549"/>
                <a:gd name="connsiteY1" fmla="*/ 0 h 2918955"/>
                <a:gd name="connsiteX2" fmla="*/ 268143 w 4960549"/>
                <a:gd name="connsiteY2" fmla="*/ 165468 h 2918955"/>
                <a:gd name="connsiteX3" fmla="*/ 199554 w 4960549"/>
                <a:gd name="connsiteY3" fmla="*/ 358938 h 2918955"/>
                <a:gd name="connsiteX4" fmla="*/ 142104 w 4960549"/>
                <a:gd name="connsiteY4" fmla="*/ 762944 h 2918955"/>
                <a:gd name="connsiteX5" fmla="*/ 166339 w 4960549"/>
                <a:gd name="connsiteY5" fmla="*/ 960748 h 2918955"/>
                <a:gd name="connsiteX6" fmla="*/ 237914 w 4960549"/>
                <a:gd name="connsiteY6" fmla="*/ 1145787 h 2918955"/>
                <a:gd name="connsiteX7" fmla="*/ 287868 w 4960549"/>
                <a:gd name="connsiteY7" fmla="*/ 1232913 h 2918955"/>
                <a:gd name="connsiteX8" fmla="*/ 345232 w 4960549"/>
                <a:gd name="connsiteY8" fmla="*/ 1317239 h 2918955"/>
                <a:gd name="connsiteX9" fmla="*/ 477745 w 4960549"/>
                <a:gd name="connsiteY9" fmla="*/ 1480209 h 2918955"/>
                <a:gd name="connsiteX10" fmla="*/ 621156 w 4960549"/>
                <a:gd name="connsiteY10" fmla="*/ 1644414 h 2918955"/>
                <a:gd name="connsiteX11" fmla="*/ 692469 w 4960549"/>
                <a:gd name="connsiteY11" fmla="*/ 1730140 h 2918955"/>
                <a:gd name="connsiteX12" fmla="*/ 726731 w 4960549"/>
                <a:gd name="connsiteY12" fmla="*/ 1772220 h 2918955"/>
                <a:gd name="connsiteX13" fmla="*/ 760295 w 4960549"/>
                <a:gd name="connsiteY13" fmla="*/ 1812489 h 2918955"/>
                <a:gd name="connsiteX14" fmla="*/ 1048685 w 4960549"/>
                <a:gd name="connsiteY14" fmla="*/ 2110101 h 2918955"/>
                <a:gd name="connsiteX15" fmla="*/ 1202035 w 4960549"/>
                <a:gd name="connsiteY15" fmla="*/ 2244002 h 2918955"/>
                <a:gd name="connsiteX16" fmla="*/ 1362620 w 4960549"/>
                <a:gd name="connsiteY16" fmla="*/ 2367443 h 2918955"/>
                <a:gd name="connsiteX17" fmla="*/ 1721364 w 4960549"/>
                <a:gd name="connsiteY17" fmla="*/ 2562694 h 2918955"/>
                <a:gd name="connsiteX18" fmla="*/ 1922052 w 4960549"/>
                <a:gd name="connsiteY18" fmla="*/ 2617868 h 2918955"/>
                <a:gd name="connsiteX19" fmla="*/ 1973488 w 4960549"/>
                <a:gd name="connsiteY19" fmla="*/ 2627586 h 2918955"/>
                <a:gd name="connsiteX20" fmla="*/ 2025360 w 4960549"/>
                <a:gd name="connsiteY20" fmla="*/ 2635738 h 2918955"/>
                <a:gd name="connsiteX21" fmla="*/ 2130063 w 4960549"/>
                <a:gd name="connsiteY21" fmla="*/ 2647432 h 2918955"/>
                <a:gd name="connsiteX22" fmla="*/ 2182719 w 4960549"/>
                <a:gd name="connsiteY22" fmla="*/ 2651220 h 2918955"/>
                <a:gd name="connsiteX23" fmla="*/ 2235551 w 4960549"/>
                <a:gd name="connsiteY23" fmla="*/ 2653855 h 2918955"/>
                <a:gd name="connsiteX24" fmla="*/ 2288556 w 4960549"/>
                <a:gd name="connsiteY24" fmla="*/ 2655008 h 2918955"/>
                <a:gd name="connsiteX25" fmla="*/ 2341648 w 4960549"/>
                <a:gd name="connsiteY25" fmla="*/ 2654761 h 2918955"/>
                <a:gd name="connsiteX26" fmla="*/ 2368238 w 4960549"/>
                <a:gd name="connsiteY26" fmla="*/ 2654514 h 2918955"/>
                <a:gd name="connsiteX27" fmla="*/ 2393869 w 4960549"/>
                <a:gd name="connsiteY27" fmla="*/ 2653443 h 2918955"/>
                <a:gd name="connsiteX28" fmla="*/ 2419413 w 4960549"/>
                <a:gd name="connsiteY28" fmla="*/ 2652208 h 2918955"/>
                <a:gd name="connsiteX29" fmla="*/ 2444869 w 4960549"/>
                <a:gd name="connsiteY29" fmla="*/ 2650232 h 2918955"/>
                <a:gd name="connsiteX30" fmla="*/ 2545823 w 4960549"/>
                <a:gd name="connsiteY30" fmla="*/ 2638456 h 2918955"/>
                <a:gd name="connsiteX31" fmla="*/ 2930373 w 4960549"/>
                <a:gd name="connsiteY31" fmla="*/ 2519213 h 2918955"/>
                <a:gd name="connsiteX32" fmla="*/ 3285631 w 4960549"/>
                <a:gd name="connsiteY32" fmla="*/ 2310210 h 2918955"/>
                <a:gd name="connsiteX33" fmla="*/ 3371764 w 4960549"/>
                <a:gd name="connsiteY33" fmla="*/ 2248778 h 2918955"/>
                <a:gd name="connsiteX34" fmla="*/ 3457898 w 4960549"/>
                <a:gd name="connsiteY34" fmla="*/ 2185286 h 2918955"/>
                <a:gd name="connsiteX35" fmla="*/ 3632344 w 4960549"/>
                <a:gd name="connsiteY35" fmla="*/ 2053527 h 2918955"/>
                <a:gd name="connsiteX36" fmla="*/ 3990915 w 4960549"/>
                <a:gd name="connsiteY36" fmla="*/ 1798490 h 2918955"/>
                <a:gd name="connsiteX37" fmla="*/ 4324988 w 4960549"/>
                <a:gd name="connsiteY37" fmla="*/ 1544854 h 2918955"/>
                <a:gd name="connsiteX38" fmla="*/ 4592107 w 4960549"/>
                <a:gd name="connsiteY38" fmla="*/ 1254159 h 2918955"/>
                <a:gd name="connsiteX39" fmla="*/ 4683123 w 4960549"/>
                <a:gd name="connsiteY39" fmla="*/ 1085179 h 2918955"/>
                <a:gd name="connsiteX40" fmla="*/ 4738568 w 4960549"/>
                <a:gd name="connsiteY40" fmla="*/ 900551 h 2918955"/>
                <a:gd name="connsiteX41" fmla="*/ 4753913 w 4960549"/>
                <a:gd name="connsiteY41" fmla="*/ 803708 h 2918955"/>
                <a:gd name="connsiteX42" fmla="*/ 4756441 w 4960549"/>
                <a:gd name="connsiteY42" fmla="*/ 779167 h 2918955"/>
                <a:gd name="connsiteX43" fmla="*/ 4758358 w 4960549"/>
                <a:gd name="connsiteY43" fmla="*/ 754133 h 2918955"/>
                <a:gd name="connsiteX44" fmla="*/ 4761147 w 4960549"/>
                <a:gd name="connsiteY44" fmla="*/ 702417 h 2918955"/>
                <a:gd name="connsiteX45" fmla="*/ 4756353 w 4960549"/>
                <a:gd name="connsiteY45" fmla="*/ 495638 h 2918955"/>
                <a:gd name="connsiteX46" fmla="*/ 4725578 w 4960549"/>
                <a:gd name="connsiteY46" fmla="*/ 291411 h 2918955"/>
                <a:gd name="connsiteX47" fmla="*/ 4673358 w 4960549"/>
                <a:gd name="connsiteY47" fmla="*/ 92042 h 2918955"/>
                <a:gd name="connsiteX48" fmla="*/ 4644342 w 4960549"/>
                <a:gd name="connsiteY48" fmla="*/ 0 h 2918955"/>
                <a:gd name="connsiteX49" fmla="*/ 4862756 w 4960549"/>
                <a:gd name="connsiteY49" fmla="*/ 0 h 2918955"/>
                <a:gd name="connsiteX50" fmla="*/ 4876138 w 4960549"/>
                <a:gd name="connsiteY50" fmla="*/ 45680 h 2918955"/>
                <a:gd name="connsiteX51" fmla="*/ 4911707 w 4960549"/>
                <a:gd name="connsiteY51" fmla="*/ 263329 h 2918955"/>
                <a:gd name="connsiteX52" fmla="*/ 4934809 w 4960549"/>
                <a:gd name="connsiteY52" fmla="*/ 481145 h 2918955"/>
                <a:gd name="connsiteX53" fmla="*/ 4953205 w 4960549"/>
                <a:gd name="connsiteY53" fmla="*/ 698959 h 2918955"/>
                <a:gd name="connsiteX54" fmla="*/ 4956953 w 4960549"/>
                <a:gd name="connsiteY54" fmla="*/ 753557 h 2918955"/>
                <a:gd name="connsiteX55" fmla="*/ 4958611 w 4960549"/>
                <a:gd name="connsiteY55" fmla="*/ 781638 h 2918955"/>
                <a:gd name="connsiteX56" fmla="*/ 4959831 w 4960549"/>
                <a:gd name="connsiteY56" fmla="*/ 810213 h 2918955"/>
                <a:gd name="connsiteX57" fmla="*/ 4958174 w 4960549"/>
                <a:gd name="connsiteY57" fmla="*/ 925338 h 2918955"/>
                <a:gd name="connsiteX58" fmla="*/ 4834030 w 4960549"/>
                <a:gd name="connsiteY58" fmla="*/ 1377519 h 2918955"/>
                <a:gd name="connsiteX59" fmla="*/ 4558106 w 4960549"/>
                <a:gd name="connsiteY59" fmla="*/ 1761515 h 2918955"/>
                <a:gd name="connsiteX60" fmla="*/ 4389937 w 4960549"/>
                <a:gd name="connsiteY60" fmla="*/ 1921603 h 2918955"/>
                <a:gd name="connsiteX61" fmla="*/ 4214618 w 4960549"/>
                <a:gd name="connsiteY61" fmla="*/ 2067115 h 2918955"/>
                <a:gd name="connsiteX62" fmla="*/ 3858489 w 4960549"/>
                <a:gd name="connsiteY62" fmla="*/ 2329316 h 2918955"/>
                <a:gd name="connsiteX63" fmla="*/ 3768868 w 4960549"/>
                <a:gd name="connsiteY63" fmla="*/ 2393301 h 2918955"/>
                <a:gd name="connsiteX64" fmla="*/ 3676806 w 4960549"/>
                <a:gd name="connsiteY64" fmla="*/ 2457698 h 2918955"/>
                <a:gd name="connsiteX65" fmla="*/ 3582477 w 4960549"/>
                <a:gd name="connsiteY65" fmla="*/ 2521272 h 2918955"/>
                <a:gd name="connsiteX66" fmla="*/ 3485185 w 4960549"/>
                <a:gd name="connsiteY66" fmla="*/ 2583035 h 2918955"/>
                <a:gd name="connsiteX67" fmla="*/ 3280923 w 4960549"/>
                <a:gd name="connsiteY67" fmla="*/ 2698983 h 2918955"/>
                <a:gd name="connsiteX68" fmla="*/ 3061230 w 4960549"/>
                <a:gd name="connsiteY68" fmla="*/ 2797555 h 2918955"/>
                <a:gd name="connsiteX69" fmla="*/ 2583137 w 4960549"/>
                <a:gd name="connsiteY69" fmla="*/ 2910950 h 2918955"/>
                <a:gd name="connsiteX70" fmla="*/ 2460038 w 4960549"/>
                <a:gd name="connsiteY70" fmla="*/ 2918280 h 2918955"/>
                <a:gd name="connsiteX71" fmla="*/ 2429263 w 4960549"/>
                <a:gd name="connsiteY71" fmla="*/ 2918938 h 2918955"/>
                <a:gd name="connsiteX72" fmla="*/ 2398576 w 4960549"/>
                <a:gd name="connsiteY72" fmla="*/ 2918774 h 2918955"/>
                <a:gd name="connsiteX73" fmla="*/ 2367977 w 4960549"/>
                <a:gd name="connsiteY73" fmla="*/ 2918444 h 2918955"/>
                <a:gd name="connsiteX74" fmla="*/ 2338249 w 4960549"/>
                <a:gd name="connsiteY74" fmla="*/ 2917374 h 2918955"/>
                <a:gd name="connsiteX75" fmla="*/ 2100770 w 4960549"/>
                <a:gd name="connsiteY75" fmla="*/ 2899503 h 2918955"/>
                <a:gd name="connsiteX76" fmla="*/ 1864776 w 4960549"/>
                <a:gd name="connsiteY76" fmla="*/ 2860141 h 2918955"/>
                <a:gd name="connsiteX77" fmla="*/ 1632964 w 4960549"/>
                <a:gd name="connsiteY77" fmla="*/ 2798461 h 2918955"/>
                <a:gd name="connsiteX78" fmla="*/ 1189219 w 4960549"/>
                <a:gd name="connsiteY78" fmla="*/ 2613010 h 2918955"/>
                <a:gd name="connsiteX79" fmla="*/ 815305 w 4960549"/>
                <a:gd name="connsiteY79" fmla="*/ 2324292 h 2918955"/>
                <a:gd name="connsiteX80" fmla="*/ 663699 w 4960549"/>
                <a:gd name="connsiteY80" fmla="*/ 2150535 h 2918955"/>
                <a:gd name="connsiteX81" fmla="*/ 531274 w 4960549"/>
                <a:gd name="connsiteY81" fmla="*/ 1966565 h 2918955"/>
                <a:gd name="connsiteX82" fmla="*/ 500325 w 4960549"/>
                <a:gd name="connsiteY82" fmla="*/ 1919709 h 2918955"/>
                <a:gd name="connsiteX83" fmla="*/ 470771 w 4960549"/>
                <a:gd name="connsiteY83" fmla="*/ 1874252 h 2918955"/>
                <a:gd name="connsiteX84" fmla="*/ 412448 w 4960549"/>
                <a:gd name="connsiteY84" fmla="*/ 1786137 h 2918955"/>
                <a:gd name="connsiteX85" fmla="*/ 291616 w 4960549"/>
                <a:gd name="connsiteY85" fmla="*/ 1606122 h 2918955"/>
                <a:gd name="connsiteX86" fmla="*/ 173662 w 4960549"/>
                <a:gd name="connsiteY86" fmla="*/ 1415812 h 2918955"/>
                <a:gd name="connsiteX87" fmla="*/ 120483 w 4960549"/>
                <a:gd name="connsiteY87" fmla="*/ 1314934 h 2918955"/>
                <a:gd name="connsiteX88" fmla="*/ 75324 w 4960549"/>
                <a:gd name="connsiteY88" fmla="*/ 1209361 h 2918955"/>
                <a:gd name="connsiteX89" fmla="*/ 40713 w 4960549"/>
                <a:gd name="connsiteY89" fmla="*/ 1099837 h 2918955"/>
                <a:gd name="connsiteX90" fmla="*/ 27811 w 4960549"/>
                <a:gd name="connsiteY90" fmla="*/ 1044004 h 2918955"/>
                <a:gd name="connsiteX91" fmla="*/ 22144 w 4960549"/>
                <a:gd name="connsiteY91" fmla="*/ 1016004 h 2918955"/>
                <a:gd name="connsiteX92" fmla="*/ 17436 w 4960549"/>
                <a:gd name="connsiteY92" fmla="*/ 987923 h 2918955"/>
                <a:gd name="connsiteX93" fmla="*/ 0 w 4960549"/>
                <a:gd name="connsiteY93" fmla="*/ 762944 h 2918955"/>
                <a:gd name="connsiteX94" fmla="*/ 48385 w 4960549"/>
                <a:gd name="connsiteY94" fmla="*/ 324597 h 2918955"/>
                <a:gd name="connsiteX95" fmla="*/ 108474 w 4960549"/>
                <a:gd name="connsiteY95" fmla="*/ 110839 h 2918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</a:cxnLst>
              <a:rect l="l" t="t" r="r" b="b"/>
              <a:pathLst>
                <a:path w="4960549" h="2918955">
                  <a:moveTo>
                    <a:pt x="154335" y="0"/>
                  </a:moveTo>
                  <a:lnTo>
                    <a:pt x="347871" y="0"/>
                  </a:lnTo>
                  <a:lnTo>
                    <a:pt x="268143" y="165468"/>
                  </a:lnTo>
                  <a:cubicBezTo>
                    <a:pt x="241575" y="228661"/>
                    <a:pt x="218473" y="293182"/>
                    <a:pt x="199554" y="358938"/>
                  </a:cubicBezTo>
                  <a:cubicBezTo>
                    <a:pt x="161632" y="490121"/>
                    <a:pt x="142016" y="626491"/>
                    <a:pt x="142104" y="762944"/>
                  </a:cubicBezTo>
                  <a:cubicBezTo>
                    <a:pt x="142888" y="829977"/>
                    <a:pt x="149862" y="896516"/>
                    <a:pt x="166339" y="960748"/>
                  </a:cubicBezTo>
                  <a:cubicBezTo>
                    <a:pt x="182555" y="1025063"/>
                    <a:pt x="207750" y="1086579"/>
                    <a:pt x="237914" y="1145787"/>
                  </a:cubicBezTo>
                  <a:cubicBezTo>
                    <a:pt x="253170" y="1175351"/>
                    <a:pt x="270084" y="1204338"/>
                    <a:pt x="287868" y="1232913"/>
                  </a:cubicBezTo>
                  <a:cubicBezTo>
                    <a:pt x="305914" y="1261406"/>
                    <a:pt x="325181" y="1289488"/>
                    <a:pt x="345232" y="1317239"/>
                  </a:cubicBezTo>
                  <a:cubicBezTo>
                    <a:pt x="385858" y="1372578"/>
                    <a:pt x="431017" y="1426270"/>
                    <a:pt x="477745" y="1480209"/>
                  </a:cubicBezTo>
                  <a:cubicBezTo>
                    <a:pt x="524474" y="1534231"/>
                    <a:pt x="573294" y="1588252"/>
                    <a:pt x="621156" y="1644414"/>
                  </a:cubicBezTo>
                  <a:cubicBezTo>
                    <a:pt x="645130" y="1672413"/>
                    <a:pt x="668843" y="1701070"/>
                    <a:pt x="692469" y="1730140"/>
                  </a:cubicBezTo>
                  <a:lnTo>
                    <a:pt x="726731" y="1772220"/>
                  </a:lnTo>
                  <a:cubicBezTo>
                    <a:pt x="737977" y="1785644"/>
                    <a:pt x="748700" y="1799396"/>
                    <a:pt x="760295" y="1812489"/>
                  </a:cubicBezTo>
                  <a:cubicBezTo>
                    <a:pt x="850788" y="1919050"/>
                    <a:pt x="948952" y="2017128"/>
                    <a:pt x="1048685" y="2110101"/>
                  </a:cubicBezTo>
                  <a:cubicBezTo>
                    <a:pt x="1098814" y="2156382"/>
                    <a:pt x="1149814" y="2201097"/>
                    <a:pt x="1202035" y="2244002"/>
                  </a:cubicBezTo>
                  <a:cubicBezTo>
                    <a:pt x="1254256" y="2286906"/>
                    <a:pt x="1307435" y="2328410"/>
                    <a:pt x="1362620" y="2367443"/>
                  </a:cubicBezTo>
                  <a:cubicBezTo>
                    <a:pt x="1472554" y="2445675"/>
                    <a:pt x="1591118" y="2515590"/>
                    <a:pt x="1721364" y="2562694"/>
                  </a:cubicBezTo>
                  <a:cubicBezTo>
                    <a:pt x="1786314" y="2586246"/>
                    <a:pt x="1853617" y="2604280"/>
                    <a:pt x="1922052" y="2617868"/>
                  </a:cubicBezTo>
                  <a:cubicBezTo>
                    <a:pt x="1939227" y="2621080"/>
                    <a:pt x="1956227" y="2624786"/>
                    <a:pt x="1973488" y="2627586"/>
                  </a:cubicBezTo>
                  <a:lnTo>
                    <a:pt x="2025360" y="2635738"/>
                  </a:lnTo>
                  <a:cubicBezTo>
                    <a:pt x="2060145" y="2640103"/>
                    <a:pt x="2094930" y="2644714"/>
                    <a:pt x="2130063" y="2647432"/>
                  </a:cubicBezTo>
                  <a:cubicBezTo>
                    <a:pt x="2147587" y="2648996"/>
                    <a:pt x="2165109" y="2650479"/>
                    <a:pt x="2182719" y="2651220"/>
                  </a:cubicBezTo>
                  <a:cubicBezTo>
                    <a:pt x="2200330" y="2652043"/>
                    <a:pt x="2217853" y="2653361"/>
                    <a:pt x="2235551" y="2653855"/>
                  </a:cubicBezTo>
                  <a:lnTo>
                    <a:pt x="2288556" y="2655008"/>
                  </a:lnTo>
                  <a:cubicBezTo>
                    <a:pt x="2306166" y="2655419"/>
                    <a:pt x="2323951" y="2654843"/>
                    <a:pt x="2341648" y="2654761"/>
                  </a:cubicBezTo>
                  <a:lnTo>
                    <a:pt x="2368238" y="2654514"/>
                  </a:lnTo>
                  <a:cubicBezTo>
                    <a:pt x="2376869" y="2654267"/>
                    <a:pt x="2385325" y="2653773"/>
                    <a:pt x="2393869" y="2653443"/>
                  </a:cubicBezTo>
                  <a:cubicBezTo>
                    <a:pt x="2402412" y="2653031"/>
                    <a:pt x="2410956" y="2652785"/>
                    <a:pt x="2419413" y="2652208"/>
                  </a:cubicBezTo>
                  <a:lnTo>
                    <a:pt x="2444869" y="2650232"/>
                  </a:lnTo>
                  <a:cubicBezTo>
                    <a:pt x="2478782" y="2647679"/>
                    <a:pt x="2512433" y="2643397"/>
                    <a:pt x="2545823" y="2638456"/>
                  </a:cubicBezTo>
                  <a:cubicBezTo>
                    <a:pt x="2679470" y="2617539"/>
                    <a:pt x="2807973" y="2576612"/>
                    <a:pt x="2930373" y="2519213"/>
                  </a:cubicBezTo>
                  <a:cubicBezTo>
                    <a:pt x="3053210" y="2462475"/>
                    <a:pt x="3170117" y="2389842"/>
                    <a:pt x="3285631" y="2310210"/>
                  </a:cubicBezTo>
                  <a:cubicBezTo>
                    <a:pt x="3314487" y="2290364"/>
                    <a:pt x="3343169" y="2269612"/>
                    <a:pt x="3371764" y="2248778"/>
                  </a:cubicBezTo>
                  <a:cubicBezTo>
                    <a:pt x="3400534" y="2227943"/>
                    <a:pt x="3429216" y="2206779"/>
                    <a:pt x="3457898" y="2185286"/>
                  </a:cubicBezTo>
                  <a:lnTo>
                    <a:pt x="3632344" y="2053527"/>
                  </a:lnTo>
                  <a:cubicBezTo>
                    <a:pt x="3752043" y="1963848"/>
                    <a:pt x="3872873" y="1880345"/>
                    <a:pt x="3990915" y="1798490"/>
                  </a:cubicBezTo>
                  <a:cubicBezTo>
                    <a:pt x="4108869" y="1716634"/>
                    <a:pt x="4222377" y="1633955"/>
                    <a:pt x="4324988" y="1544854"/>
                  </a:cubicBezTo>
                  <a:cubicBezTo>
                    <a:pt x="4427599" y="1455916"/>
                    <a:pt x="4520271" y="1361132"/>
                    <a:pt x="4592107" y="1254159"/>
                  </a:cubicBezTo>
                  <a:cubicBezTo>
                    <a:pt x="4628025" y="1200715"/>
                    <a:pt x="4658712" y="1144388"/>
                    <a:pt x="4683123" y="1085179"/>
                  </a:cubicBezTo>
                  <a:cubicBezTo>
                    <a:pt x="4707707" y="1026051"/>
                    <a:pt x="4725405" y="964125"/>
                    <a:pt x="4738568" y="900551"/>
                  </a:cubicBezTo>
                  <a:cubicBezTo>
                    <a:pt x="4745107" y="868764"/>
                    <a:pt x="4750338" y="836400"/>
                    <a:pt x="4753913" y="803708"/>
                  </a:cubicBezTo>
                  <a:cubicBezTo>
                    <a:pt x="4754959" y="795555"/>
                    <a:pt x="4755656" y="787320"/>
                    <a:pt x="4756441" y="779167"/>
                  </a:cubicBezTo>
                  <a:cubicBezTo>
                    <a:pt x="4757137" y="770932"/>
                    <a:pt x="4758010" y="762862"/>
                    <a:pt x="4758358" y="754133"/>
                  </a:cubicBezTo>
                  <a:lnTo>
                    <a:pt x="4761147" y="702417"/>
                  </a:lnTo>
                  <a:cubicBezTo>
                    <a:pt x="4763677" y="633409"/>
                    <a:pt x="4762107" y="564317"/>
                    <a:pt x="4756353" y="495638"/>
                  </a:cubicBezTo>
                  <a:cubicBezTo>
                    <a:pt x="4750774" y="426876"/>
                    <a:pt x="4740051" y="358691"/>
                    <a:pt x="4725578" y="291411"/>
                  </a:cubicBezTo>
                  <a:cubicBezTo>
                    <a:pt x="4710932" y="224131"/>
                    <a:pt x="4692625" y="157758"/>
                    <a:pt x="4673358" y="92042"/>
                  </a:cubicBezTo>
                  <a:lnTo>
                    <a:pt x="4644342" y="0"/>
                  </a:lnTo>
                  <a:lnTo>
                    <a:pt x="4862756" y="0"/>
                  </a:lnTo>
                  <a:lnTo>
                    <a:pt x="4876138" y="45680"/>
                  </a:lnTo>
                  <a:cubicBezTo>
                    <a:pt x="4892005" y="117818"/>
                    <a:pt x="4903077" y="190532"/>
                    <a:pt x="4911707" y="263329"/>
                  </a:cubicBezTo>
                  <a:cubicBezTo>
                    <a:pt x="4920513" y="336044"/>
                    <a:pt x="4927575" y="408677"/>
                    <a:pt x="4934809" y="481145"/>
                  </a:cubicBezTo>
                  <a:cubicBezTo>
                    <a:pt x="4941697" y="553694"/>
                    <a:pt x="4947799" y="626244"/>
                    <a:pt x="4953205" y="698959"/>
                  </a:cubicBezTo>
                  <a:lnTo>
                    <a:pt x="4956953" y="753557"/>
                  </a:lnTo>
                  <a:cubicBezTo>
                    <a:pt x="4957651" y="762533"/>
                    <a:pt x="4958087" y="772168"/>
                    <a:pt x="4958611" y="781638"/>
                  </a:cubicBezTo>
                  <a:cubicBezTo>
                    <a:pt x="4959133" y="791108"/>
                    <a:pt x="4959657" y="800661"/>
                    <a:pt x="4959831" y="810213"/>
                  </a:cubicBezTo>
                  <a:cubicBezTo>
                    <a:pt x="4961139" y="848341"/>
                    <a:pt x="4960703" y="886798"/>
                    <a:pt x="4958174" y="925338"/>
                  </a:cubicBezTo>
                  <a:cubicBezTo>
                    <a:pt x="4948759" y="1079578"/>
                    <a:pt x="4904907" y="1234972"/>
                    <a:pt x="4834030" y="1377519"/>
                  </a:cubicBezTo>
                  <a:cubicBezTo>
                    <a:pt x="4763327" y="1520478"/>
                    <a:pt x="4665861" y="1648779"/>
                    <a:pt x="4558106" y="1761515"/>
                  </a:cubicBezTo>
                  <a:cubicBezTo>
                    <a:pt x="4504229" y="1818090"/>
                    <a:pt x="4447650" y="1871123"/>
                    <a:pt x="4389937" y="1921603"/>
                  </a:cubicBezTo>
                  <a:cubicBezTo>
                    <a:pt x="4332223" y="1972083"/>
                    <a:pt x="4273726" y="2020669"/>
                    <a:pt x="4214618" y="2067115"/>
                  </a:cubicBezTo>
                  <a:cubicBezTo>
                    <a:pt x="4096664" y="2160417"/>
                    <a:pt x="3976094" y="2245484"/>
                    <a:pt x="3858489" y="2329316"/>
                  </a:cubicBezTo>
                  <a:lnTo>
                    <a:pt x="3768868" y="2393301"/>
                  </a:lnTo>
                  <a:cubicBezTo>
                    <a:pt x="3738529" y="2414794"/>
                    <a:pt x="3707929" y="2436452"/>
                    <a:pt x="3676806" y="2457698"/>
                  </a:cubicBezTo>
                  <a:cubicBezTo>
                    <a:pt x="3645770" y="2479027"/>
                    <a:pt x="3614385" y="2500273"/>
                    <a:pt x="3582477" y="2521272"/>
                  </a:cubicBezTo>
                  <a:cubicBezTo>
                    <a:pt x="3550483" y="2542107"/>
                    <a:pt x="3518226" y="2562776"/>
                    <a:pt x="3485185" y="2583035"/>
                  </a:cubicBezTo>
                  <a:cubicBezTo>
                    <a:pt x="3419451" y="2623633"/>
                    <a:pt x="3351625" y="2662996"/>
                    <a:pt x="3280923" y="2698983"/>
                  </a:cubicBezTo>
                  <a:cubicBezTo>
                    <a:pt x="3210307" y="2735134"/>
                    <a:pt x="3137251" y="2768732"/>
                    <a:pt x="3061230" y="2797555"/>
                  </a:cubicBezTo>
                  <a:cubicBezTo>
                    <a:pt x="2909886" y="2856024"/>
                    <a:pt x="2747295" y="2895468"/>
                    <a:pt x="2583137" y="2910950"/>
                  </a:cubicBezTo>
                  <a:cubicBezTo>
                    <a:pt x="2542075" y="2914657"/>
                    <a:pt x="2501013" y="2917456"/>
                    <a:pt x="2460038" y="2918280"/>
                  </a:cubicBezTo>
                  <a:lnTo>
                    <a:pt x="2429263" y="2918938"/>
                  </a:lnTo>
                  <a:cubicBezTo>
                    <a:pt x="2419064" y="2919021"/>
                    <a:pt x="2408777" y="2918774"/>
                    <a:pt x="2398576" y="2918774"/>
                  </a:cubicBezTo>
                  <a:lnTo>
                    <a:pt x="2367977" y="2918444"/>
                  </a:lnTo>
                  <a:lnTo>
                    <a:pt x="2338249" y="2917374"/>
                  </a:lnTo>
                  <a:cubicBezTo>
                    <a:pt x="2259089" y="2914985"/>
                    <a:pt x="2179756" y="2909057"/>
                    <a:pt x="2100770" y="2899503"/>
                  </a:cubicBezTo>
                  <a:cubicBezTo>
                    <a:pt x="2021699" y="2890445"/>
                    <a:pt x="1942801" y="2877434"/>
                    <a:pt x="1864776" y="2860141"/>
                  </a:cubicBezTo>
                  <a:cubicBezTo>
                    <a:pt x="1786836" y="2842683"/>
                    <a:pt x="1709508" y="2822013"/>
                    <a:pt x="1632964" y="2798461"/>
                  </a:cubicBezTo>
                  <a:cubicBezTo>
                    <a:pt x="1480138" y="2750946"/>
                    <a:pt x="1329055" y="2691818"/>
                    <a:pt x="1189219" y="2613010"/>
                  </a:cubicBezTo>
                  <a:cubicBezTo>
                    <a:pt x="1049296" y="2534366"/>
                    <a:pt x="924367" y="2434640"/>
                    <a:pt x="815305" y="2324292"/>
                  </a:cubicBezTo>
                  <a:cubicBezTo>
                    <a:pt x="760469" y="2269200"/>
                    <a:pt x="710603" y="2210567"/>
                    <a:pt x="663699" y="2150535"/>
                  </a:cubicBezTo>
                  <a:cubicBezTo>
                    <a:pt x="617059" y="2090255"/>
                    <a:pt x="572684" y="2029069"/>
                    <a:pt x="531274" y="1966565"/>
                  </a:cubicBezTo>
                  <a:cubicBezTo>
                    <a:pt x="520638" y="1951084"/>
                    <a:pt x="510612" y="1935355"/>
                    <a:pt x="500325" y="1919709"/>
                  </a:cubicBezTo>
                  <a:lnTo>
                    <a:pt x="470771" y="1874252"/>
                  </a:lnTo>
                  <a:cubicBezTo>
                    <a:pt x="451853" y="1844853"/>
                    <a:pt x="432238" y="1815701"/>
                    <a:pt x="412448" y="1786137"/>
                  </a:cubicBezTo>
                  <a:lnTo>
                    <a:pt x="291616" y="1606122"/>
                  </a:lnTo>
                  <a:cubicBezTo>
                    <a:pt x="251078" y="1544771"/>
                    <a:pt x="211062" y="1481609"/>
                    <a:pt x="173662" y="1415812"/>
                  </a:cubicBezTo>
                  <a:cubicBezTo>
                    <a:pt x="155005" y="1382872"/>
                    <a:pt x="136960" y="1349355"/>
                    <a:pt x="120483" y="1314934"/>
                  </a:cubicBezTo>
                  <a:cubicBezTo>
                    <a:pt x="104093" y="1280429"/>
                    <a:pt x="88837" y="1245266"/>
                    <a:pt x="75324" y="1209361"/>
                  </a:cubicBezTo>
                  <a:cubicBezTo>
                    <a:pt x="62072" y="1173375"/>
                    <a:pt x="50303" y="1136893"/>
                    <a:pt x="40713" y="1099837"/>
                  </a:cubicBezTo>
                  <a:cubicBezTo>
                    <a:pt x="36180" y="1081308"/>
                    <a:pt x="31560" y="1062697"/>
                    <a:pt x="27811" y="1044004"/>
                  </a:cubicBezTo>
                  <a:lnTo>
                    <a:pt x="22144" y="1016004"/>
                  </a:lnTo>
                  <a:lnTo>
                    <a:pt x="17436" y="987923"/>
                  </a:lnTo>
                  <a:cubicBezTo>
                    <a:pt x="5144" y="912986"/>
                    <a:pt x="0" y="837636"/>
                    <a:pt x="0" y="762944"/>
                  </a:cubicBezTo>
                  <a:cubicBezTo>
                    <a:pt x="349" y="615951"/>
                    <a:pt x="16652" y="468957"/>
                    <a:pt x="48385" y="324597"/>
                  </a:cubicBezTo>
                  <a:cubicBezTo>
                    <a:pt x="64209" y="252459"/>
                    <a:pt x="84238" y="181021"/>
                    <a:pt x="108474" y="11083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436F5721-88D0-4683-BB23-289611A4A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666325 w 4934374"/>
                <a:gd name="connsiteY1" fmla="*/ 0 h 2888360"/>
                <a:gd name="connsiteX2" fmla="*/ 626038 w 4934374"/>
                <a:gd name="connsiteY2" fmla="*/ 65170 h 2888360"/>
                <a:gd name="connsiteX3" fmla="*/ 435986 w 4934374"/>
                <a:gd name="connsiteY3" fmla="*/ 779635 h 2888360"/>
                <a:gd name="connsiteX4" fmla="*/ 750530 w 4934374"/>
                <a:gd name="connsiteY4" fmla="*/ 1443043 h 2888360"/>
                <a:gd name="connsiteX5" fmla="*/ 909024 w 4934374"/>
                <a:gd name="connsiteY5" fmla="*/ 1653610 h 2888360"/>
                <a:gd name="connsiteX6" fmla="*/ 2396223 w 4934374"/>
                <a:gd name="connsiteY6" fmla="*/ 2476694 h 2888360"/>
                <a:gd name="connsiteX7" fmla="*/ 3525201 w 4934374"/>
                <a:gd name="connsiteY7" fmla="*/ 1970327 h 2888360"/>
                <a:gd name="connsiteX8" fmla="*/ 3662596 w 4934374"/>
                <a:gd name="connsiteY8" fmla="*/ 1869778 h 2888360"/>
                <a:gd name="connsiteX9" fmla="*/ 4287500 w 4934374"/>
                <a:gd name="connsiteY9" fmla="*/ 1344141 h 2888360"/>
                <a:gd name="connsiteX10" fmla="*/ 4498563 w 4934374"/>
                <a:gd name="connsiteY10" fmla="*/ 779635 h 2888360"/>
                <a:gd name="connsiteX11" fmla="*/ 4376239 w 4934374"/>
                <a:gd name="connsiteY11" fmla="*/ 16511 h 2888360"/>
                <a:gd name="connsiteX12" fmla="*/ 4369703 w 4934374"/>
                <a:gd name="connsiteY12" fmla="*/ 0 h 2888360"/>
                <a:gd name="connsiteX13" fmla="*/ 4823642 w 4934374"/>
                <a:gd name="connsiteY13" fmla="*/ 0 h 2888360"/>
                <a:gd name="connsiteX14" fmla="*/ 4850554 w 4934374"/>
                <a:gd name="connsiteY14" fmla="*/ 89409 h 2888360"/>
                <a:gd name="connsiteX15" fmla="*/ 4934374 w 4934374"/>
                <a:gd name="connsiteY15" fmla="*/ 779553 h 2888360"/>
                <a:gd name="connsiteX16" fmla="*/ 3793540 w 4934374"/>
                <a:gd name="connsiteY16" fmla="*/ 2294701 h 2888360"/>
                <a:gd name="connsiteX17" fmla="*/ 2396135 w 4934374"/>
                <a:gd name="connsiteY17" fmla="*/ 2888360 h 2888360"/>
                <a:gd name="connsiteX18" fmla="*/ 548273 w 4934374"/>
                <a:gd name="connsiteY18" fmla="*/ 1884684 h 2888360"/>
                <a:gd name="connsiteX19" fmla="*/ 0 w 4934374"/>
                <a:gd name="connsiteY19" fmla="*/ 779553 h 2888360"/>
                <a:gd name="connsiteX20" fmla="*/ 137335 w 4934374"/>
                <a:gd name="connsiteY20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666325" y="0"/>
                  </a:lnTo>
                  <a:lnTo>
                    <a:pt x="626038" y="65170"/>
                  </a:lnTo>
                  <a:cubicBezTo>
                    <a:pt x="499976" y="295913"/>
                    <a:pt x="435986" y="536292"/>
                    <a:pt x="435986" y="779635"/>
                  </a:cubicBezTo>
                  <a:cubicBezTo>
                    <a:pt x="435986" y="1024707"/>
                    <a:pt x="538074" y="1167830"/>
                    <a:pt x="750530" y="1443043"/>
                  </a:cubicBezTo>
                  <a:cubicBezTo>
                    <a:pt x="801792" y="1509416"/>
                    <a:pt x="854797" y="1578096"/>
                    <a:pt x="909024" y="1653610"/>
                  </a:cubicBezTo>
                  <a:cubicBezTo>
                    <a:pt x="1323389" y="2230552"/>
                    <a:pt x="1768180" y="2476694"/>
                    <a:pt x="2396223" y="2476694"/>
                  </a:cubicBezTo>
                  <a:cubicBezTo>
                    <a:pt x="2808409" y="2476694"/>
                    <a:pt x="3110835" y="2276173"/>
                    <a:pt x="3525201" y="1970327"/>
                  </a:cubicBezTo>
                  <a:cubicBezTo>
                    <a:pt x="3571493" y="1936152"/>
                    <a:pt x="3617786" y="1902388"/>
                    <a:pt x="3662596" y="1869778"/>
                  </a:cubicBezTo>
                  <a:cubicBezTo>
                    <a:pt x="3905479" y="1692809"/>
                    <a:pt x="4134849" y="1525640"/>
                    <a:pt x="4287500" y="1344141"/>
                  </a:cubicBezTo>
                  <a:cubicBezTo>
                    <a:pt x="4433439" y="1170630"/>
                    <a:pt x="4498563" y="996543"/>
                    <a:pt x="4498563" y="779635"/>
                  </a:cubicBezTo>
                  <a:cubicBezTo>
                    <a:pt x="4498563" y="507799"/>
                    <a:pt x="4456499" y="249674"/>
                    <a:pt x="4376239" y="16511"/>
                  </a:cubicBezTo>
                  <a:lnTo>
                    <a:pt x="4369703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0DC43E93-F81B-4DAE-9F0A-DF9299A8C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86973" y="0"/>
              <a:ext cx="4934374" cy="2888360"/>
            </a:xfrm>
            <a:custGeom>
              <a:avLst/>
              <a:gdLst>
                <a:gd name="connsiteX0" fmla="*/ 179816 w 4934374"/>
                <a:gd name="connsiteY0" fmla="*/ 0 h 2888360"/>
                <a:gd name="connsiteX1" fmla="*/ 767292 w 4934374"/>
                <a:gd name="connsiteY1" fmla="*/ 0 h 2888360"/>
                <a:gd name="connsiteX2" fmla="*/ 703453 w 4934374"/>
                <a:gd name="connsiteY2" fmla="*/ 102886 h 2888360"/>
                <a:gd name="connsiteX3" fmla="*/ 523079 w 4934374"/>
                <a:gd name="connsiteY3" fmla="*/ 779635 h 2888360"/>
                <a:gd name="connsiteX4" fmla="*/ 820885 w 4934374"/>
                <a:gd name="connsiteY4" fmla="*/ 1394539 h 2888360"/>
                <a:gd name="connsiteX5" fmla="*/ 981122 w 4934374"/>
                <a:gd name="connsiteY5" fmla="*/ 1607412 h 2888360"/>
                <a:gd name="connsiteX6" fmla="*/ 1592426 w 4934374"/>
                <a:gd name="connsiteY6" fmla="*/ 2196871 h 2888360"/>
                <a:gd name="connsiteX7" fmla="*/ 2396135 w 4934374"/>
                <a:gd name="connsiteY7" fmla="*/ 2394345 h 2888360"/>
                <a:gd name="connsiteX8" fmla="*/ 2913111 w 4934374"/>
                <a:gd name="connsiteY8" fmla="*/ 2268597 h 2888360"/>
                <a:gd name="connsiteX9" fmla="*/ 3471411 w 4934374"/>
                <a:gd name="connsiteY9" fmla="*/ 1905518 h 2888360"/>
                <a:gd name="connsiteX10" fmla="*/ 3609242 w 4934374"/>
                <a:gd name="connsiteY10" fmla="*/ 1804640 h 2888360"/>
                <a:gd name="connsiteX11" fmla="*/ 4219151 w 4934374"/>
                <a:gd name="connsiteY11" fmla="*/ 1292919 h 2888360"/>
                <a:gd name="connsiteX12" fmla="*/ 4411295 w 4934374"/>
                <a:gd name="connsiteY12" fmla="*/ 779635 h 2888360"/>
                <a:gd name="connsiteX13" fmla="*/ 4294235 w 4934374"/>
                <a:gd name="connsiteY13" fmla="*/ 44685 h 2888360"/>
                <a:gd name="connsiteX14" fmla="*/ 4276624 w 4934374"/>
                <a:gd name="connsiteY14" fmla="*/ 0 h 2888360"/>
                <a:gd name="connsiteX15" fmla="*/ 4823642 w 4934374"/>
                <a:gd name="connsiteY15" fmla="*/ 0 h 2888360"/>
                <a:gd name="connsiteX16" fmla="*/ 4850554 w 4934374"/>
                <a:gd name="connsiteY16" fmla="*/ 89409 h 2888360"/>
                <a:gd name="connsiteX17" fmla="*/ 4934374 w 4934374"/>
                <a:gd name="connsiteY17" fmla="*/ 779553 h 2888360"/>
                <a:gd name="connsiteX18" fmla="*/ 3793540 w 4934374"/>
                <a:gd name="connsiteY18" fmla="*/ 2294701 h 2888360"/>
                <a:gd name="connsiteX19" fmla="*/ 2396135 w 4934374"/>
                <a:gd name="connsiteY19" fmla="*/ 2888360 h 2888360"/>
                <a:gd name="connsiteX20" fmla="*/ 548273 w 4934374"/>
                <a:gd name="connsiteY20" fmla="*/ 1884684 h 2888360"/>
                <a:gd name="connsiteX21" fmla="*/ 0 w 4934374"/>
                <a:gd name="connsiteY21" fmla="*/ 779553 h 2888360"/>
                <a:gd name="connsiteX22" fmla="*/ 137335 w 4934374"/>
                <a:gd name="connsiteY22" fmla="*/ 89409 h 2888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934374" h="2888360">
                  <a:moveTo>
                    <a:pt x="179816" y="0"/>
                  </a:moveTo>
                  <a:lnTo>
                    <a:pt x="767292" y="0"/>
                  </a:lnTo>
                  <a:lnTo>
                    <a:pt x="703453" y="102886"/>
                  </a:lnTo>
                  <a:cubicBezTo>
                    <a:pt x="583756" y="321853"/>
                    <a:pt x="523079" y="549550"/>
                    <a:pt x="523079" y="779635"/>
                  </a:cubicBezTo>
                  <a:cubicBezTo>
                    <a:pt x="523079" y="999508"/>
                    <a:pt x="614356" y="1127068"/>
                    <a:pt x="820885" y="1394539"/>
                  </a:cubicBezTo>
                  <a:cubicBezTo>
                    <a:pt x="872582" y="1461489"/>
                    <a:pt x="926023" y="1530745"/>
                    <a:pt x="981122" y="1607412"/>
                  </a:cubicBezTo>
                  <a:cubicBezTo>
                    <a:pt x="1175968" y="1878671"/>
                    <a:pt x="1375871" y="2071535"/>
                    <a:pt x="1592426" y="2196871"/>
                  </a:cubicBezTo>
                  <a:cubicBezTo>
                    <a:pt x="1821970" y="2329783"/>
                    <a:pt x="2084904" y="2394345"/>
                    <a:pt x="2396135" y="2394345"/>
                  </a:cubicBezTo>
                  <a:cubicBezTo>
                    <a:pt x="2572762" y="2394345"/>
                    <a:pt x="2737009" y="2354405"/>
                    <a:pt x="2913111" y="2268597"/>
                  </a:cubicBezTo>
                  <a:cubicBezTo>
                    <a:pt x="3093922" y="2180483"/>
                    <a:pt x="3272903" y="2052018"/>
                    <a:pt x="3471411" y="1905518"/>
                  </a:cubicBezTo>
                  <a:cubicBezTo>
                    <a:pt x="3517964" y="1871178"/>
                    <a:pt x="3564344" y="1837332"/>
                    <a:pt x="3609242" y="1804640"/>
                  </a:cubicBezTo>
                  <a:cubicBezTo>
                    <a:pt x="3847765" y="1630800"/>
                    <a:pt x="4073038" y="1466594"/>
                    <a:pt x="4219151" y="1292919"/>
                  </a:cubicBezTo>
                  <a:cubicBezTo>
                    <a:pt x="4353843" y="1132832"/>
                    <a:pt x="4411295" y="979332"/>
                    <a:pt x="4411295" y="779635"/>
                  </a:cubicBezTo>
                  <a:cubicBezTo>
                    <a:pt x="4411295" y="517475"/>
                    <a:pt x="4371040" y="268882"/>
                    <a:pt x="4294235" y="44685"/>
                  </a:cubicBezTo>
                  <a:lnTo>
                    <a:pt x="4276624" y="0"/>
                  </a:lnTo>
                  <a:lnTo>
                    <a:pt x="4823642" y="0"/>
                  </a:lnTo>
                  <a:lnTo>
                    <a:pt x="4850554" y="89409"/>
                  </a:lnTo>
                  <a:cubicBezTo>
                    <a:pt x="4905864" y="307423"/>
                    <a:pt x="4934374" y="539220"/>
                    <a:pt x="4934374" y="779553"/>
                  </a:cubicBezTo>
                  <a:cubicBezTo>
                    <a:pt x="4934374" y="1521110"/>
                    <a:pt x="4369101" y="1869861"/>
                    <a:pt x="3793540" y="2294701"/>
                  </a:cubicBezTo>
                  <a:cubicBezTo>
                    <a:pt x="3374293" y="2604171"/>
                    <a:pt x="2970389" y="2888360"/>
                    <a:pt x="2396135" y="2888360"/>
                  </a:cubicBezTo>
                  <a:cubicBezTo>
                    <a:pt x="1544564" y="2888360"/>
                    <a:pt x="991670" y="2502058"/>
                    <a:pt x="548273" y="1884684"/>
                  </a:cubicBezTo>
                  <a:cubicBezTo>
                    <a:pt x="282201" y="1514275"/>
                    <a:pt x="0" y="1260227"/>
                    <a:pt x="0" y="779553"/>
                  </a:cubicBezTo>
                  <a:cubicBezTo>
                    <a:pt x="0" y="539220"/>
                    <a:pt x="48876" y="307423"/>
                    <a:pt x="137335" y="8940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A2EECE7B-E861-4242-BD71-ADD8F2DD3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7711" y="0"/>
              <a:ext cx="5069918" cy="3133064"/>
            </a:xfrm>
            <a:custGeom>
              <a:avLst/>
              <a:gdLst>
                <a:gd name="connsiteX0" fmla="*/ 153448 w 5069918"/>
                <a:gd name="connsiteY0" fmla="*/ 0 h 3133064"/>
                <a:gd name="connsiteX1" fmla="*/ 215434 w 5069918"/>
                <a:gd name="connsiteY1" fmla="*/ 0 h 3133064"/>
                <a:gd name="connsiteX2" fmla="*/ 215073 w 5069918"/>
                <a:gd name="connsiteY2" fmla="*/ 727 h 3133064"/>
                <a:gd name="connsiteX3" fmla="*/ 202868 w 5069918"/>
                <a:gd name="connsiteY3" fmla="*/ 26255 h 3133064"/>
                <a:gd name="connsiteX4" fmla="*/ 191273 w 5069918"/>
                <a:gd name="connsiteY4" fmla="*/ 52030 h 3133064"/>
                <a:gd name="connsiteX5" fmla="*/ 169129 w 5069918"/>
                <a:gd name="connsiteY5" fmla="*/ 103993 h 3133064"/>
                <a:gd name="connsiteX6" fmla="*/ 148381 w 5069918"/>
                <a:gd name="connsiteY6" fmla="*/ 156532 h 3133064"/>
                <a:gd name="connsiteX7" fmla="*/ 80903 w 5069918"/>
                <a:gd name="connsiteY7" fmla="*/ 371711 h 3133064"/>
                <a:gd name="connsiteX8" fmla="*/ 26154 w 5069918"/>
                <a:gd name="connsiteY8" fmla="*/ 817551 h 3133064"/>
                <a:gd name="connsiteX9" fmla="*/ 49169 w 5069918"/>
                <a:gd name="connsiteY9" fmla="*/ 1040143 h 3133064"/>
                <a:gd name="connsiteX10" fmla="*/ 119437 w 5069918"/>
                <a:gd name="connsiteY10" fmla="*/ 1253016 h 3133064"/>
                <a:gd name="connsiteX11" fmla="*/ 143672 w 5069918"/>
                <a:gd name="connsiteY11" fmla="*/ 1303908 h 3133064"/>
                <a:gd name="connsiteX12" fmla="*/ 170611 w 5069918"/>
                <a:gd name="connsiteY12" fmla="*/ 1353648 h 3133064"/>
                <a:gd name="connsiteX13" fmla="*/ 230330 w 5069918"/>
                <a:gd name="connsiteY13" fmla="*/ 1450079 h 3133064"/>
                <a:gd name="connsiteX14" fmla="*/ 279545 w 5069918"/>
                <a:gd name="connsiteY14" fmla="*/ 1519627 h 3133064"/>
                <a:gd name="connsiteX15" fmla="*/ 228347 w 5069918"/>
                <a:gd name="connsiteY15" fmla="*/ 1437024 h 3133064"/>
                <a:gd name="connsiteX16" fmla="*/ 175168 w 5069918"/>
                <a:gd name="connsiteY16" fmla="*/ 1336146 h 3133064"/>
                <a:gd name="connsiteX17" fmla="*/ 130009 w 5069918"/>
                <a:gd name="connsiteY17" fmla="*/ 1230573 h 3133064"/>
                <a:gd name="connsiteX18" fmla="*/ 95398 w 5069918"/>
                <a:gd name="connsiteY18" fmla="*/ 1121049 h 3133064"/>
                <a:gd name="connsiteX19" fmla="*/ 82496 w 5069918"/>
                <a:gd name="connsiteY19" fmla="*/ 1065216 h 3133064"/>
                <a:gd name="connsiteX20" fmla="*/ 76829 w 5069918"/>
                <a:gd name="connsiteY20" fmla="*/ 1037216 h 3133064"/>
                <a:gd name="connsiteX21" fmla="*/ 72121 w 5069918"/>
                <a:gd name="connsiteY21" fmla="*/ 1009135 h 3133064"/>
                <a:gd name="connsiteX22" fmla="*/ 54685 w 5069918"/>
                <a:gd name="connsiteY22" fmla="*/ 784156 h 3133064"/>
                <a:gd name="connsiteX23" fmla="*/ 103070 w 5069918"/>
                <a:gd name="connsiteY23" fmla="*/ 345810 h 3133064"/>
                <a:gd name="connsiteX24" fmla="*/ 163159 w 5069918"/>
                <a:gd name="connsiteY24" fmla="*/ 132051 h 3133064"/>
                <a:gd name="connsiteX25" fmla="*/ 217797 w 5069918"/>
                <a:gd name="connsiteY25" fmla="*/ 0 h 3133064"/>
                <a:gd name="connsiteX26" fmla="*/ 848227 w 5069918"/>
                <a:gd name="connsiteY26" fmla="*/ 0 h 3133064"/>
                <a:gd name="connsiteX27" fmla="*/ 771226 w 5069918"/>
                <a:gd name="connsiteY27" fmla="*/ 124098 h 3133064"/>
                <a:gd name="connsiteX28" fmla="*/ 590852 w 5069918"/>
                <a:gd name="connsiteY28" fmla="*/ 800847 h 3133064"/>
                <a:gd name="connsiteX29" fmla="*/ 888658 w 5069918"/>
                <a:gd name="connsiteY29" fmla="*/ 1415751 h 3133064"/>
                <a:gd name="connsiteX30" fmla="*/ 1048895 w 5069918"/>
                <a:gd name="connsiteY30" fmla="*/ 1628624 h 3133064"/>
                <a:gd name="connsiteX31" fmla="*/ 1660199 w 5069918"/>
                <a:gd name="connsiteY31" fmla="*/ 2218083 h 3133064"/>
                <a:gd name="connsiteX32" fmla="*/ 2463908 w 5069918"/>
                <a:gd name="connsiteY32" fmla="*/ 2415557 h 3133064"/>
                <a:gd name="connsiteX33" fmla="*/ 2980884 w 5069918"/>
                <a:gd name="connsiteY33" fmla="*/ 2289809 h 3133064"/>
                <a:gd name="connsiteX34" fmla="*/ 3539184 w 5069918"/>
                <a:gd name="connsiteY34" fmla="*/ 1926730 h 3133064"/>
                <a:gd name="connsiteX35" fmla="*/ 3677015 w 5069918"/>
                <a:gd name="connsiteY35" fmla="*/ 1825852 h 3133064"/>
                <a:gd name="connsiteX36" fmla="*/ 4286924 w 5069918"/>
                <a:gd name="connsiteY36" fmla="*/ 1314131 h 3133064"/>
                <a:gd name="connsiteX37" fmla="*/ 4479068 w 5069918"/>
                <a:gd name="connsiteY37" fmla="*/ 800847 h 3133064"/>
                <a:gd name="connsiteX38" fmla="*/ 4362007 w 5069918"/>
                <a:gd name="connsiteY38" fmla="*/ 65898 h 3133064"/>
                <a:gd name="connsiteX39" fmla="*/ 4336037 w 5069918"/>
                <a:gd name="connsiteY39" fmla="*/ 0 h 3133064"/>
                <a:gd name="connsiteX40" fmla="*/ 4913604 w 5069918"/>
                <a:gd name="connsiteY40" fmla="*/ 0 h 3133064"/>
                <a:gd name="connsiteX41" fmla="*/ 4930823 w 5069918"/>
                <a:gd name="connsiteY41" fmla="*/ 66892 h 3133064"/>
                <a:gd name="connsiteX42" fmla="*/ 4940407 w 5069918"/>
                <a:gd name="connsiteY42" fmla="*/ 125535 h 3133064"/>
                <a:gd name="connsiteX43" fmla="*/ 4982006 w 5069918"/>
                <a:gd name="connsiteY43" fmla="*/ 278378 h 3133064"/>
                <a:gd name="connsiteX44" fmla="*/ 5027482 w 5069918"/>
                <a:gd name="connsiteY44" fmla="*/ 504952 h 3133064"/>
                <a:gd name="connsiteX45" fmla="*/ 5058082 w 5069918"/>
                <a:gd name="connsiteY45" fmla="*/ 734049 h 3133064"/>
                <a:gd name="connsiteX46" fmla="*/ 5063486 w 5069918"/>
                <a:gd name="connsiteY46" fmla="*/ 791612 h 3133064"/>
                <a:gd name="connsiteX47" fmla="*/ 5067846 w 5069918"/>
                <a:gd name="connsiteY47" fmla="*/ 850245 h 3133064"/>
                <a:gd name="connsiteX48" fmla="*/ 5069414 w 5069918"/>
                <a:gd name="connsiteY48" fmla="*/ 969733 h 3133064"/>
                <a:gd name="connsiteX49" fmla="*/ 5040732 w 5069918"/>
                <a:gd name="connsiteY49" fmla="*/ 1209783 h 3133064"/>
                <a:gd name="connsiteX50" fmla="*/ 4964102 w 5069918"/>
                <a:gd name="connsiteY50" fmla="*/ 1442832 h 3133064"/>
                <a:gd name="connsiteX51" fmla="*/ 4689486 w 5069918"/>
                <a:gd name="connsiteY51" fmla="*/ 1849969 h 3133064"/>
                <a:gd name="connsiteX52" fmla="*/ 4333792 w 5069918"/>
                <a:gd name="connsiteY52" fmla="*/ 2176567 h 3133064"/>
                <a:gd name="connsiteX53" fmla="*/ 3965196 w 5069918"/>
                <a:gd name="connsiteY53" fmla="*/ 2468002 h 3133064"/>
                <a:gd name="connsiteX54" fmla="*/ 3873745 w 5069918"/>
                <a:gd name="connsiteY54" fmla="*/ 2541128 h 3133064"/>
                <a:gd name="connsiteX55" fmla="*/ 3779416 w 5069918"/>
                <a:gd name="connsiteY55" fmla="*/ 2614666 h 3133064"/>
                <a:gd name="connsiteX56" fmla="*/ 3582739 w 5069918"/>
                <a:gd name="connsiteY56" fmla="*/ 2756555 h 3133064"/>
                <a:gd name="connsiteX57" fmla="*/ 3371851 w 5069918"/>
                <a:gd name="connsiteY57" fmla="*/ 2886338 h 3133064"/>
                <a:gd name="connsiteX58" fmla="*/ 3143614 w 5069918"/>
                <a:gd name="connsiteY58" fmla="*/ 2995780 h 3133064"/>
                <a:gd name="connsiteX59" fmla="*/ 2643552 w 5069918"/>
                <a:gd name="connsiteY59" fmla="*/ 3122516 h 3133064"/>
                <a:gd name="connsiteX60" fmla="*/ 2514264 w 5069918"/>
                <a:gd name="connsiteY60" fmla="*/ 3131657 h 3133064"/>
                <a:gd name="connsiteX61" fmla="*/ 2481920 w 5069918"/>
                <a:gd name="connsiteY61" fmla="*/ 3132810 h 3133064"/>
                <a:gd name="connsiteX62" fmla="*/ 2449664 w 5069918"/>
                <a:gd name="connsiteY62" fmla="*/ 3132975 h 3133064"/>
                <a:gd name="connsiteX63" fmla="*/ 2386284 w 5069918"/>
                <a:gd name="connsiteY63" fmla="*/ 3132234 h 3133064"/>
                <a:gd name="connsiteX64" fmla="*/ 2260658 w 5069918"/>
                <a:gd name="connsiteY64" fmla="*/ 3127292 h 3133064"/>
                <a:gd name="connsiteX65" fmla="*/ 2134945 w 5069918"/>
                <a:gd name="connsiteY65" fmla="*/ 3115928 h 3133064"/>
                <a:gd name="connsiteX66" fmla="*/ 1884564 w 5069918"/>
                <a:gd name="connsiteY66" fmla="*/ 3075412 h 3133064"/>
                <a:gd name="connsiteX67" fmla="*/ 1639764 w 5069918"/>
                <a:gd name="connsiteY67" fmla="*/ 3005498 h 3133064"/>
                <a:gd name="connsiteX68" fmla="*/ 1407081 w 5069918"/>
                <a:gd name="connsiteY68" fmla="*/ 2904125 h 3133064"/>
                <a:gd name="connsiteX69" fmla="*/ 1193491 w 5069918"/>
                <a:gd name="connsiteY69" fmla="*/ 2772201 h 3133064"/>
                <a:gd name="connsiteX70" fmla="*/ 836141 w 5069918"/>
                <a:gd name="connsiteY70" fmla="*/ 2439839 h 3133064"/>
                <a:gd name="connsiteX71" fmla="*/ 690812 w 5069918"/>
                <a:gd name="connsiteY71" fmla="*/ 2251422 h 3133064"/>
                <a:gd name="connsiteX72" fmla="*/ 562397 w 5069918"/>
                <a:gd name="connsiteY72" fmla="*/ 2054937 h 3133064"/>
                <a:gd name="connsiteX73" fmla="*/ 502504 w 5069918"/>
                <a:gd name="connsiteY73" fmla="*/ 1957435 h 3133064"/>
                <a:gd name="connsiteX74" fmla="*/ 440258 w 5069918"/>
                <a:gd name="connsiteY74" fmla="*/ 1861580 h 3133064"/>
                <a:gd name="connsiteX75" fmla="*/ 310360 w 5069918"/>
                <a:gd name="connsiteY75" fmla="*/ 1670693 h 3133064"/>
                <a:gd name="connsiteX76" fmla="*/ 246806 w 5069918"/>
                <a:gd name="connsiteY76" fmla="*/ 1573603 h 3133064"/>
                <a:gd name="connsiteX77" fmla="*/ 186303 w 5069918"/>
                <a:gd name="connsiteY77" fmla="*/ 1474372 h 3133064"/>
                <a:gd name="connsiteX78" fmla="*/ 84390 w 5069918"/>
                <a:gd name="connsiteY78" fmla="*/ 1266192 h 3133064"/>
                <a:gd name="connsiteX79" fmla="*/ 20139 w 5069918"/>
                <a:gd name="connsiteY79" fmla="*/ 1045249 h 3133064"/>
                <a:gd name="connsiteX80" fmla="*/ 0 w 5069918"/>
                <a:gd name="connsiteY80" fmla="*/ 817551 h 3133064"/>
                <a:gd name="connsiteX81" fmla="*/ 102773 w 5069918"/>
                <a:gd name="connsiteY81" fmla="*/ 142588 h 3133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069918" h="3133064">
                  <a:moveTo>
                    <a:pt x="153448" y="0"/>
                  </a:moveTo>
                  <a:lnTo>
                    <a:pt x="215434" y="0"/>
                  </a:lnTo>
                  <a:lnTo>
                    <a:pt x="215073" y="727"/>
                  </a:lnTo>
                  <a:lnTo>
                    <a:pt x="202868" y="26255"/>
                  </a:lnTo>
                  <a:lnTo>
                    <a:pt x="191273" y="52030"/>
                  </a:lnTo>
                  <a:cubicBezTo>
                    <a:pt x="183688" y="69241"/>
                    <a:pt x="176016" y="86452"/>
                    <a:pt x="169129" y="103993"/>
                  </a:cubicBezTo>
                  <a:cubicBezTo>
                    <a:pt x="162242" y="121533"/>
                    <a:pt x="154658" y="138827"/>
                    <a:pt x="148381" y="156532"/>
                  </a:cubicBezTo>
                  <a:cubicBezTo>
                    <a:pt x="121529" y="226858"/>
                    <a:pt x="98775" y="298667"/>
                    <a:pt x="80903" y="371711"/>
                  </a:cubicBezTo>
                  <a:cubicBezTo>
                    <a:pt x="44636" y="517470"/>
                    <a:pt x="26067" y="667511"/>
                    <a:pt x="26154" y="817551"/>
                  </a:cubicBezTo>
                  <a:cubicBezTo>
                    <a:pt x="26589" y="892326"/>
                    <a:pt x="34000" y="966934"/>
                    <a:pt x="49169" y="1040143"/>
                  </a:cubicBezTo>
                  <a:cubicBezTo>
                    <a:pt x="65123" y="1113187"/>
                    <a:pt x="88226" y="1184666"/>
                    <a:pt x="119437" y="1253016"/>
                  </a:cubicBezTo>
                  <a:cubicBezTo>
                    <a:pt x="126847" y="1270228"/>
                    <a:pt x="135478" y="1287027"/>
                    <a:pt x="143672" y="1303908"/>
                  </a:cubicBezTo>
                  <a:cubicBezTo>
                    <a:pt x="152565" y="1320543"/>
                    <a:pt x="161021" y="1337342"/>
                    <a:pt x="170611" y="1353648"/>
                  </a:cubicBezTo>
                  <a:cubicBezTo>
                    <a:pt x="188919" y="1386587"/>
                    <a:pt x="209319" y="1418539"/>
                    <a:pt x="230330" y="1450079"/>
                  </a:cubicBezTo>
                  <a:lnTo>
                    <a:pt x="279545" y="1519627"/>
                  </a:lnTo>
                  <a:lnTo>
                    <a:pt x="228347" y="1437024"/>
                  </a:lnTo>
                  <a:cubicBezTo>
                    <a:pt x="209690" y="1404084"/>
                    <a:pt x="191645" y="1370567"/>
                    <a:pt x="175168" y="1336146"/>
                  </a:cubicBezTo>
                  <a:cubicBezTo>
                    <a:pt x="158778" y="1301641"/>
                    <a:pt x="143522" y="1266478"/>
                    <a:pt x="130009" y="1230573"/>
                  </a:cubicBezTo>
                  <a:cubicBezTo>
                    <a:pt x="116757" y="1194587"/>
                    <a:pt x="104988" y="1158105"/>
                    <a:pt x="95398" y="1121049"/>
                  </a:cubicBezTo>
                  <a:cubicBezTo>
                    <a:pt x="90865" y="1102520"/>
                    <a:pt x="86245" y="1083909"/>
                    <a:pt x="82496" y="1065216"/>
                  </a:cubicBezTo>
                  <a:lnTo>
                    <a:pt x="76829" y="1037216"/>
                  </a:lnTo>
                  <a:lnTo>
                    <a:pt x="72121" y="1009135"/>
                  </a:lnTo>
                  <a:cubicBezTo>
                    <a:pt x="59829" y="934198"/>
                    <a:pt x="54685" y="858847"/>
                    <a:pt x="54685" y="784156"/>
                  </a:cubicBezTo>
                  <a:cubicBezTo>
                    <a:pt x="55033" y="637163"/>
                    <a:pt x="71337" y="490169"/>
                    <a:pt x="103070" y="345810"/>
                  </a:cubicBezTo>
                  <a:cubicBezTo>
                    <a:pt x="118894" y="273671"/>
                    <a:pt x="138923" y="202233"/>
                    <a:pt x="163159" y="132051"/>
                  </a:cubicBezTo>
                  <a:lnTo>
                    <a:pt x="217797" y="0"/>
                  </a:lnTo>
                  <a:lnTo>
                    <a:pt x="848227" y="0"/>
                  </a:lnTo>
                  <a:lnTo>
                    <a:pt x="771226" y="124098"/>
                  </a:lnTo>
                  <a:cubicBezTo>
                    <a:pt x="651529" y="343066"/>
                    <a:pt x="590852" y="570762"/>
                    <a:pt x="590852" y="800847"/>
                  </a:cubicBezTo>
                  <a:cubicBezTo>
                    <a:pt x="590852" y="1020720"/>
                    <a:pt x="682129" y="1148280"/>
                    <a:pt x="888658" y="1415751"/>
                  </a:cubicBezTo>
                  <a:cubicBezTo>
                    <a:pt x="940355" y="1482701"/>
                    <a:pt x="993796" y="1551957"/>
                    <a:pt x="1048895" y="1628624"/>
                  </a:cubicBezTo>
                  <a:cubicBezTo>
                    <a:pt x="1243741" y="1899883"/>
                    <a:pt x="1443644" y="2092747"/>
                    <a:pt x="1660199" y="2218083"/>
                  </a:cubicBezTo>
                  <a:cubicBezTo>
                    <a:pt x="1889743" y="2350995"/>
                    <a:pt x="2152677" y="2415557"/>
                    <a:pt x="2463908" y="2415557"/>
                  </a:cubicBezTo>
                  <a:cubicBezTo>
                    <a:pt x="2640535" y="2415557"/>
                    <a:pt x="2804782" y="2375617"/>
                    <a:pt x="2980884" y="2289809"/>
                  </a:cubicBezTo>
                  <a:cubicBezTo>
                    <a:pt x="3161695" y="2201695"/>
                    <a:pt x="3340676" y="2073230"/>
                    <a:pt x="3539184" y="1926730"/>
                  </a:cubicBezTo>
                  <a:cubicBezTo>
                    <a:pt x="3585737" y="1892390"/>
                    <a:pt x="3632117" y="1858544"/>
                    <a:pt x="3677015" y="1825852"/>
                  </a:cubicBezTo>
                  <a:cubicBezTo>
                    <a:pt x="3915538" y="1652012"/>
                    <a:pt x="4140811" y="1487806"/>
                    <a:pt x="4286924" y="1314131"/>
                  </a:cubicBezTo>
                  <a:cubicBezTo>
                    <a:pt x="4421616" y="1154044"/>
                    <a:pt x="4479068" y="1000544"/>
                    <a:pt x="4479068" y="800847"/>
                  </a:cubicBezTo>
                  <a:cubicBezTo>
                    <a:pt x="4479068" y="538687"/>
                    <a:pt x="4438813" y="290094"/>
                    <a:pt x="4362007" y="65898"/>
                  </a:cubicBezTo>
                  <a:lnTo>
                    <a:pt x="4336037" y="0"/>
                  </a:lnTo>
                  <a:lnTo>
                    <a:pt x="4913604" y="0"/>
                  </a:lnTo>
                  <a:lnTo>
                    <a:pt x="4930823" y="66892"/>
                  </a:lnTo>
                  <a:lnTo>
                    <a:pt x="4940407" y="125535"/>
                  </a:lnTo>
                  <a:lnTo>
                    <a:pt x="4982006" y="278378"/>
                  </a:lnTo>
                  <a:cubicBezTo>
                    <a:pt x="4999758" y="353368"/>
                    <a:pt x="5014971" y="428944"/>
                    <a:pt x="5027482" y="504952"/>
                  </a:cubicBezTo>
                  <a:cubicBezTo>
                    <a:pt x="5040123" y="580961"/>
                    <a:pt x="5050323" y="657382"/>
                    <a:pt x="5058082" y="734049"/>
                  </a:cubicBezTo>
                  <a:cubicBezTo>
                    <a:pt x="5060261" y="753237"/>
                    <a:pt x="5061743" y="772425"/>
                    <a:pt x="5063486" y="791612"/>
                  </a:cubicBezTo>
                  <a:cubicBezTo>
                    <a:pt x="5065318" y="810552"/>
                    <a:pt x="5066625" y="830398"/>
                    <a:pt x="5067846" y="850245"/>
                  </a:cubicBezTo>
                  <a:cubicBezTo>
                    <a:pt x="5069851" y="889855"/>
                    <a:pt x="5070461" y="929712"/>
                    <a:pt x="5069414" y="969733"/>
                  </a:cubicBezTo>
                  <a:cubicBezTo>
                    <a:pt x="5067060" y="1049695"/>
                    <a:pt x="5057820" y="1130233"/>
                    <a:pt x="5040732" y="1209783"/>
                  </a:cubicBezTo>
                  <a:cubicBezTo>
                    <a:pt x="5023123" y="1289250"/>
                    <a:pt x="4997578" y="1367647"/>
                    <a:pt x="4964102" y="1442832"/>
                  </a:cubicBezTo>
                  <a:cubicBezTo>
                    <a:pt x="4897409" y="1593697"/>
                    <a:pt x="4799942" y="1730232"/>
                    <a:pt x="4689486" y="1849969"/>
                  </a:cubicBezTo>
                  <a:cubicBezTo>
                    <a:pt x="4579116" y="1970446"/>
                    <a:pt x="4456716" y="2076100"/>
                    <a:pt x="4333792" y="2176567"/>
                  </a:cubicBezTo>
                  <a:cubicBezTo>
                    <a:pt x="4210520" y="2276869"/>
                    <a:pt x="4085853" y="2371736"/>
                    <a:pt x="3965196" y="2468002"/>
                  </a:cubicBezTo>
                  <a:lnTo>
                    <a:pt x="3873745" y="2541128"/>
                  </a:lnTo>
                  <a:cubicBezTo>
                    <a:pt x="3842621" y="2565751"/>
                    <a:pt x="3811324" y="2590374"/>
                    <a:pt x="3779416" y="2614666"/>
                  </a:cubicBezTo>
                  <a:cubicBezTo>
                    <a:pt x="3715862" y="2663335"/>
                    <a:pt x="3650652" y="2711016"/>
                    <a:pt x="3582739" y="2756555"/>
                  </a:cubicBezTo>
                  <a:cubicBezTo>
                    <a:pt x="3514913" y="2802012"/>
                    <a:pt x="3445170" y="2846151"/>
                    <a:pt x="3371851" y="2886338"/>
                  </a:cubicBezTo>
                  <a:cubicBezTo>
                    <a:pt x="3298533" y="2926442"/>
                    <a:pt x="3222687" y="2963664"/>
                    <a:pt x="3143614" y="2995780"/>
                  </a:cubicBezTo>
                  <a:cubicBezTo>
                    <a:pt x="2985994" y="3060837"/>
                    <a:pt x="2815732" y="3104317"/>
                    <a:pt x="2643552" y="3122516"/>
                  </a:cubicBezTo>
                  <a:cubicBezTo>
                    <a:pt x="2600484" y="3126799"/>
                    <a:pt x="2557331" y="3130258"/>
                    <a:pt x="2514264" y="3131657"/>
                  </a:cubicBezTo>
                  <a:lnTo>
                    <a:pt x="2481920" y="3132810"/>
                  </a:lnTo>
                  <a:lnTo>
                    <a:pt x="2449664" y="3132975"/>
                  </a:lnTo>
                  <a:cubicBezTo>
                    <a:pt x="2427868" y="3133304"/>
                    <a:pt x="2407207" y="3132646"/>
                    <a:pt x="2386284" y="3132234"/>
                  </a:cubicBezTo>
                  <a:cubicBezTo>
                    <a:pt x="2344524" y="3131740"/>
                    <a:pt x="2302505" y="3129352"/>
                    <a:pt x="2260658" y="3127292"/>
                  </a:cubicBezTo>
                  <a:cubicBezTo>
                    <a:pt x="2218725" y="3123999"/>
                    <a:pt x="2176791" y="3120952"/>
                    <a:pt x="2134945" y="3115928"/>
                  </a:cubicBezTo>
                  <a:cubicBezTo>
                    <a:pt x="2051165" y="3106458"/>
                    <a:pt x="1967473" y="3093529"/>
                    <a:pt x="1884564" y="3075412"/>
                  </a:cubicBezTo>
                  <a:cubicBezTo>
                    <a:pt x="1801657" y="3057296"/>
                    <a:pt x="1719708" y="3033990"/>
                    <a:pt x="1639764" y="3005498"/>
                  </a:cubicBezTo>
                  <a:cubicBezTo>
                    <a:pt x="1559820" y="2976922"/>
                    <a:pt x="1481969" y="2942830"/>
                    <a:pt x="1407081" y="2904125"/>
                  </a:cubicBezTo>
                  <a:cubicBezTo>
                    <a:pt x="1332455" y="2864845"/>
                    <a:pt x="1260794" y="2820953"/>
                    <a:pt x="1193491" y="2772201"/>
                  </a:cubicBezTo>
                  <a:cubicBezTo>
                    <a:pt x="1058362" y="2675194"/>
                    <a:pt x="939973" y="2561469"/>
                    <a:pt x="836141" y="2439839"/>
                  </a:cubicBezTo>
                  <a:cubicBezTo>
                    <a:pt x="784444" y="2378735"/>
                    <a:pt x="736321" y="2315656"/>
                    <a:pt x="690812" y="2251422"/>
                  </a:cubicBezTo>
                  <a:cubicBezTo>
                    <a:pt x="645217" y="2187190"/>
                    <a:pt x="602674" y="2121557"/>
                    <a:pt x="562397" y="2054937"/>
                  </a:cubicBezTo>
                  <a:cubicBezTo>
                    <a:pt x="541823" y="2021256"/>
                    <a:pt x="522992" y="1989716"/>
                    <a:pt x="502504" y="1957435"/>
                  </a:cubicBezTo>
                  <a:cubicBezTo>
                    <a:pt x="482192" y="1925401"/>
                    <a:pt x="461530" y="1893367"/>
                    <a:pt x="440258" y="1861580"/>
                  </a:cubicBezTo>
                  <a:lnTo>
                    <a:pt x="310360" y="1670693"/>
                  </a:lnTo>
                  <a:cubicBezTo>
                    <a:pt x="288826" y="1638577"/>
                    <a:pt x="267555" y="1606296"/>
                    <a:pt x="246806" y="1573603"/>
                  </a:cubicBezTo>
                  <a:cubicBezTo>
                    <a:pt x="226057" y="1540910"/>
                    <a:pt x="205483" y="1508135"/>
                    <a:pt x="186303" y="1474372"/>
                  </a:cubicBezTo>
                  <a:cubicBezTo>
                    <a:pt x="147857" y="1407174"/>
                    <a:pt x="112550" y="1338002"/>
                    <a:pt x="84390" y="1266192"/>
                  </a:cubicBezTo>
                  <a:cubicBezTo>
                    <a:pt x="55708" y="1194630"/>
                    <a:pt x="34436" y="1120434"/>
                    <a:pt x="20139" y="1045249"/>
                  </a:cubicBezTo>
                  <a:cubicBezTo>
                    <a:pt x="6452" y="970064"/>
                    <a:pt x="0" y="893725"/>
                    <a:pt x="0" y="817551"/>
                  </a:cubicBezTo>
                  <a:cubicBezTo>
                    <a:pt x="850" y="589772"/>
                    <a:pt x="36028" y="362457"/>
                    <a:pt x="102773" y="14258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Untertitel 2">
            <a:extLst>
              <a:ext uri="{FF2B5EF4-FFF2-40B4-BE49-F238E27FC236}">
                <a16:creationId xmlns:a16="http://schemas.microsoft.com/office/drawing/2014/main" id="{585656A7-F367-ECE3-5C8B-FDB78DB227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989" y="4027245"/>
            <a:ext cx="2047231" cy="838831"/>
          </a:xfrm>
        </p:spPr>
        <p:txBody>
          <a:bodyPr anchor="b">
            <a:normAutofit fontScale="62500" lnSpcReduction="20000"/>
          </a:bodyPr>
          <a:lstStyle/>
          <a:p>
            <a:pPr algn="l"/>
            <a:endParaRPr lang="de-DE" sz="2000" dirty="0">
              <a:solidFill>
                <a:schemeClr val="tx2"/>
              </a:solidFill>
            </a:endParaRPr>
          </a:p>
          <a:p>
            <a:r>
              <a:rPr lang="de-DE" sz="2600" dirty="0">
                <a:solidFill>
                  <a:schemeClr val="tx2"/>
                </a:solidFill>
              </a:rPr>
              <a:t>Dr. Frank Zimmer</a:t>
            </a:r>
          </a:p>
          <a:p>
            <a:r>
              <a:rPr lang="de-DE" sz="2600" dirty="0">
                <a:solidFill>
                  <a:schemeClr val="tx2"/>
                </a:solidFill>
              </a:rPr>
              <a:t>Dresden, 27.10.2025</a:t>
            </a:r>
          </a:p>
          <a:p>
            <a:pPr algn="l"/>
            <a:endParaRPr lang="de-DE" sz="2000" dirty="0">
              <a:solidFill>
                <a:schemeClr val="tx2"/>
              </a:solidFill>
            </a:endParaRPr>
          </a:p>
        </p:txBody>
      </p:sp>
      <p:pic>
        <p:nvPicPr>
          <p:cNvPr id="1026" name="Picture 2" descr="Logo Volkshochschule Dresden">
            <a:extLst>
              <a:ext uri="{FF2B5EF4-FFF2-40B4-BE49-F238E27FC236}">
                <a16:creationId xmlns:a16="http://schemas.microsoft.com/office/drawing/2014/main" id="{20F6B4CD-FFE7-6489-5CDD-95317DDE7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75305" y="657939"/>
            <a:ext cx="2378315" cy="583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Git - Logo Downloads">
            <a:extLst>
              <a:ext uri="{FF2B5EF4-FFF2-40B4-BE49-F238E27FC236}">
                <a16:creationId xmlns:a16="http://schemas.microsoft.com/office/drawing/2014/main" id="{628902E5-EE57-1C62-E913-284BA44DB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41037" y="3918973"/>
            <a:ext cx="2625205" cy="2625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079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23854-B221-852E-E51A-B3231E6D3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A0F62769-CA17-4BC3-6919-3B4A2E553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54A40024-B099-1090-A9D0-69C83EB290A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Inhalt</a:t>
            </a:r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F18EE72-8DD4-C672-FAEB-5AC6EBD65444}"/>
              </a:ext>
            </a:extLst>
          </p:cNvPr>
          <p:cNvSpPr txBox="1">
            <a:spLocks/>
          </p:cNvSpPr>
          <p:nvPr/>
        </p:nvSpPr>
        <p:spPr>
          <a:xfrm>
            <a:off x="3419455" y="2654854"/>
            <a:ext cx="7242243" cy="2086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Lokale Benutzung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de-D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Zusammenarbeiten – nicht lokale Benutzung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11" name="Picture 4" descr="Git - Logo Downloads">
            <a:extLst>
              <a:ext uri="{FF2B5EF4-FFF2-40B4-BE49-F238E27FC236}">
                <a16:creationId xmlns:a16="http://schemas.microsoft.com/office/drawing/2014/main" id="{D8E6A4E7-DC0A-F1EB-6DDC-2A56E889D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537" y="2654854"/>
            <a:ext cx="1325563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713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6D502-59CC-7F91-5F33-8AE5F2FA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A199617A-465F-F459-6838-508C574FC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831ABF3E-D6E2-AF22-0301-DE79F2DD3913}"/>
              </a:ext>
            </a:extLst>
          </p:cNvPr>
          <p:cNvSpPr txBox="1">
            <a:spLocks/>
          </p:cNvSpPr>
          <p:nvPr/>
        </p:nvSpPr>
        <p:spPr>
          <a:xfrm>
            <a:off x="838200" y="2766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Lokale Benutzung</a:t>
            </a:r>
            <a:endParaRPr lang="de-DE" dirty="0"/>
          </a:p>
        </p:txBody>
      </p:sp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7D8EF375-C4A8-F47B-40CA-12025AB72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36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F1B08-E204-EF0B-3EBB-06B8298F4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FBE8C553-23F0-BDC7-9187-0853B1A3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292AB608-8085-28C5-BEDC-AFBF2F6E0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ABB13206-9598-8FED-6FA1-E3ADF668ED58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Lokale Benutzung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7E5202B-1F29-FED3-B807-FA8DFFE71418}"/>
              </a:ext>
            </a:extLst>
          </p:cNvPr>
          <p:cNvSpPr txBox="1"/>
          <p:nvPr/>
        </p:nvSpPr>
        <p:spPr>
          <a:xfrm>
            <a:off x="838200" y="1414562"/>
            <a:ext cx="10947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Folgende Operationen können mit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b="1" dirty="0"/>
              <a:t>lokal</a:t>
            </a:r>
            <a:r>
              <a:rPr lang="de-DE" dirty="0"/>
              <a:t> durchgeführt werden:</a:t>
            </a:r>
          </a:p>
          <a:p>
            <a:endParaRPr lang="de-DE" dirty="0"/>
          </a:p>
          <a:p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Konfigurieren von </a:t>
            </a:r>
            <a:r>
              <a:rPr lang="de-DE" dirty="0" err="1"/>
              <a:t>git</a:t>
            </a:r>
            <a:r>
              <a:rPr lang="de-DE" dirty="0"/>
              <a:t>	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config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Initialisieren eines </a:t>
            </a:r>
            <a:r>
              <a:rPr lang="de-DE" dirty="0" err="1"/>
              <a:t>Repositories</a:t>
            </a:r>
            <a:r>
              <a:rPr lang="de-DE" dirty="0"/>
              <a:t>: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init</a:t>
            </a:r>
            <a:r>
              <a:rPr lang="de-DE" b="1" dirty="0">
                <a:solidFill>
                  <a:srgbClr val="802A19"/>
                </a:solidFill>
                <a:latin typeface="Courier-Bold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endParaRPr lang="de-DE" b="1" dirty="0">
              <a:solidFill>
                <a:srgbClr val="802A19"/>
              </a:solidFill>
              <a:latin typeface="Courier-Bold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Vorbereiten und Durchführen eines </a:t>
            </a:r>
            <a:r>
              <a:rPr lang="de-DE" dirty="0" err="1"/>
              <a:t>Commits</a:t>
            </a:r>
            <a:r>
              <a:rPr lang="de-DE" dirty="0"/>
              <a:t>: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add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rm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/mv</a:t>
            </a:r>
          </a:p>
          <a:p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			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commit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de-DE" dirty="0"/>
              <a:t>Erstellen von Entwicklungszweig (</a:t>
            </a:r>
            <a:r>
              <a:rPr lang="de-DE" dirty="0" err="1"/>
              <a:t>Branch</a:t>
            </a:r>
            <a:r>
              <a:rPr lang="de-DE" dirty="0"/>
              <a:t>):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branch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4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de-DE" dirty="0"/>
              <a:t>Ändern des Arbeitsverzeichnis auf Stand von Branch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switch/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checkout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4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de-DE" dirty="0" err="1"/>
              <a:t>Mergen</a:t>
            </a:r>
            <a:r>
              <a:rPr lang="de-DE" dirty="0"/>
              <a:t>/Zusammenführen von Branchen: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merge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			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rebase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7"/>
            </a:pPr>
            <a:r>
              <a:rPr lang="de-DE" dirty="0"/>
              <a:t>Status des </a:t>
            </a:r>
            <a:r>
              <a:rPr lang="de-DE" dirty="0" err="1"/>
              <a:t>Repositories</a:t>
            </a:r>
            <a:r>
              <a:rPr lang="de-DE" dirty="0"/>
              <a:t> prüfen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status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3455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FCFC-130D-AB24-4335-39503147F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7628914E-367A-33D9-7E5F-DB6A1CCF6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22863ED0-C83E-4830-0748-3091FCCDB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2BF67A1-7544-AE42-4BB6-607DC621D53D}"/>
              </a:ext>
            </a:extLst>
          </p:cNvPr>
          <p:cNvSpPr txBox="1"/>
          <p:nvPr/>
        </p:nvSpPr>
        <p:spPr>
          <a:xfrm>
            <a:off x="789844" y="1459718"/>
            <a:ext cx="99564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und …</a:t>
            </a:r>
          </a:p>
          <a:p>
            <a:pPr marL="342900" indent="-342900">
              <a:buFont typeface="+mj-lt"/>
              <a:buAutoNum type="arabicPeriod" startAt="7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/>
              <a:t>Historie des </a:t>
            </a:r>
            <a:r>
              <a:rPr lang="de-DE" dirty="0" err="1"/>
              <a:t>Repositories</a:t>
            </a:r>
            <a:r>
              <a:rPr lang="de-DE" dirty="0"/>
              <a:t> abfragen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</a:t>
            </a:r>
          </a:p>
          <a:p>
            <a:pPr marL="342900" indent="-342900">
              <a:buFont typeface="+mj-lt"/>
              <a:buAutoNum type="arabicPeriod" startAt="8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 err="1"/>
              <a:t>Commits</a:t>
            </a:r>
            <a:r>
              <a:rPr lang="de-DE" dirty="0"/>
              <a:t> umkehren	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revert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endParaRPr lang="de-DE" dirty="0">
              <a:solidFill>
                <a:srgbClr val="3B2322"/>
              </a:solidFill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>
                <a:solidFill>
                  <a:srgbClr val="3B2322"/>
                </a:solidFill>
              </a:rPr>
              <a:t> D</a:t>
            </a:r>
            <a:r>
              <a:rPr lang="de-DE" dirty="0"/>
              <a:t>ateien im Arbeitsverzeichnis wiederherstellen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restore</a:t>
            </a:r>
          </a:p>
          <a:p>
            <a:pPr marL="342900" indent="-342900">
              <a:buFont typeface="+mj-lt"/>
              <a:buAutoNum type="arabicPeriod" startAt="8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/>
              <a:t>Arbeitsverzeichnis zurücksetzen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reset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/>
              <a:t>Unterschied zwischen verschiedenen Objekten anzeigen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diff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/>
              <a:t>Binary-Search (Teile und Herrsche) zum Finden eines Fehlers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bisect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/>
              <a:t>Finden von Inhalten in Dateien über Historie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grep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 startAt="8"/>
            </a:pPr>
            <a:r>
              <a:rPr lang="de-DE" dirty="0"/>
              <a:t>Setzen eines Tags für eine Release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tag </a:t>
            </a:r>
            <a:r>
              <a:rPr lang="de-DE" dirty="0"/>
              <a:t>	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4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B7AB8-3CEF-E041-7FEE-2EDD5D813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41300742-377A-C49A-1DC1-05A8B75ED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0E0C0F85-D210-8611-D280-860901E1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9AA86A31-9D35-0A27-A708-5ADEC6D9BD9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Konfigurieren von git</a:t>
            </a:r>
            <a:endParaRPr lang="de-DE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4937E03-BDBB-EFFE-A0EB-7DAC366B682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Mittels </a:t>
            </a:r>
            <a:r>
              <a:rPr lang="de-DE" dirty="0" err="1">
                <a:solidFill>
                  <a:srgbClr val="3B2322"/>
                </a:solidFill>
                <a:latin typeface="Courier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/>
              </a:rPr>
              <a:t>config</a:t>
            </a:r>
            <a:r>
              <a:rPr lang="de-DE" dirty="0">
                <a:solidFill>
                  <a:srgbClr val="3B2322"/>
                </a:solidFill>
                <a:latin typeface="Courier"/>
              </a:rPr>
              <a:t> </a:t>
            </a:r>
            <a:r>
              <a:rPr lang="de-DE" dirty="0"/>
              <a:t>kann man verschiedenes konfigurieren oder die Konfiguration überprüfen.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dirty="0"/>
              <a:t>Hauptanwendungsfall ist den Nutzername und seine E-Mail-Adresse festzulegen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EBD0155-C445-C3EA-DC7D-8B93D55A8330}"/>
              </a:ext>
            </a:extLst>
          </p:cNvPr>
          <p:cNvSpPr txBox="1"/>
          <p:nvPr/>
        </p:nvSpPr>
        <p:spPr>
          <a:xfrm>
            <a:off x="1755775" y="3725674"/>
            <a:ext cx="86804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config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[--global]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user.name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‘Frank Zimmer‘</a:t>
            </a:r>
          </a:p>
          <a:p>
            <a:endParaRPr lang="de-DE" sz="2000" dirty="0">
              <a:solidFill>
                <a:srgbClr val="3B2322"/>
              </a:solidFill>
              <a:latin typeface="Courier" pitchFamily="2" charset="0"/>
            </a:endParaRPr>
          </a:p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config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[--global]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user.email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‘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f.zimmer@mail.de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‘</a:t>
            </a:r>
            <a:endParaRPr lang="de-DE" sz="2000" dirty="0"/>
          </a:p>
        </p:txBody>
      </p:sp>
      <p:sp>
        <p:nvSpPr>
          <p:cNvPr id="12" name="Abgerundete rechteckige Legende 11">
            <a:extLst>
              <a:ext uri="{FF2B5EF4-FFF2-40B4-BE49-F238E27FC236}">
                <a16:creationId xmlns:a16="http://schemas.microsoft.com/office/drawing/2014/main" id="{814AD398-589C-9683-927C-D8B05D0DAA50}"/>
              </a:ext>
            </a:extLst>
          </p:cNvPr>
          <p:cNvSpPr/>
          <p:nvPr/>
        </p:nvSpPr>
        <p:spPr>
          <a:xfrm>
            <a:off x="3227294" y="5190566"/>
            <a:ext cx="4195482" cy="1302310"/>
          </a:xfrm>
          <a:prstGeom prst="wedgeRoundRectCallout">
            <a:avLst>
              <a:gd name="adj1" fmla="val -22099"/>
              <a:gd name="adj2" fmla="val -82038"/>
              <a:gd name="adj3" fmla="val 16667"/>
            </a:avLst>
          </a:prstGeom>
          <a:solidFill>
            <a:srgbClr val="F050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Lässt man diesen Parameter weg,</a:t>
            </a:r>
          </a:p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so gilt der Befehl nur für das aktuelle Repository.</a:t>
            </a:r>
          </a:p>
        </p:txBody>
      </p:sp>
    </p:spTree>
    <p:extLst>
      <p:ext uri="{BB962C8B-B14F-4D97-AF65-F5344CB8AC3E}">
        <p14:creationId xmlns:p14="http://schemas.microsoft.com/office/powerpoint/2010/main" val="4238111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D7933-5177-8E60-4287-32B2F2FC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2B373CA4-4E47-61D6-B2E9-9EB2F7B65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E6447B43-0397-669E-4441-4786FBB87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A608743F-0D94-3D97-81E6-AE59147C5F1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Übungen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2DBCBB93-A3C9-1339-2906-19B51187F8D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92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Setze Deinen Namen und Deine E-Mail-Adresse global fest.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Lass Dir mit Hilfe von                                    alle Unterbefehle von                               anzeigen.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Finde den Befehl zum Anzeigen der </a:t>
            </a:r>
            <a:r>
              <a:rPr lang="de-DE" dirty="0" err="1"/>
              <a:t>git</a:t>
            </a:r>
            <a:r>
              <a:rPr lang="de-DE" dirty="0"/>
              <a:t>-Konfiguration und lass Dir diese anzeigen. Was siehst Du und was kann man schon verstehen?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817AC8F-C906-BD21-9D4A-19ADDA26BA21}"/>
              </a:ext>
            </a:extLst>
          </p:cNvPr>
          <p:cNvSpPr txBox="1"/>
          <p:nvPr/>
        </p:nvSpPr>
        <p:spPr>
          <a:xfrm>
            <a:off x="4149353" y="2989388"/>
            <a:ext cx="2372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config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–h</a:t>
            </a:r>
            <a:endParaRPr lang="de-DE" sz="20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BA6BF50-24BD-9685-855A-2A1CD1890769}"/>
              </a:ext>
            </a:extLst>
          </p:cNvPr>
          <p:cNvSpPr txBox="1"/>
          <p:nvPr/>
        </p:nvSpPr>
        <p:spPr>
          <a:xfrm>
            <a:off x="9304060" y="2989388"/>
            <a:ext cx="2372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config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381623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EEC41-3754-9185-7CAA-B387AA7B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0F27192B-2C8E-C192-6FE1-7EDBDEA2B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E3EFC06C-25F4-E892-056A-F170AEEC4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10898E33-644D-D89E-4024-34A829A49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413" y="1542461"/>
            <a:ext cx="5394909" cy="2354479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81B706DB-5C85-2AF6-2E21-76D138631446}"/>
              </a:ext>
            </a:extLst>
          </p:cNvPr>
          <p:cNvSpPr txBox="1">
            <a:spLocks/>
          </p:cNvSpPr>
          <p:nvPr/>
        </p:nvSpPr>
        <p:spPr>
          <a:xfrm>
            <a:off x="1542803" y="691480"/>
            <a:ext cx="6443353" cy="6345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Macht man dies nicht, so bekommt man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1B437539-1A50-CA12-EFA1-EC5BDF6BE11B}"/>
              </a:ext>
            </a:extLst>
          </p:cNvPr>
          <p:cNvSpPr txBox="1">
            <a:spLocks/>
          </p:cNvSpPr>
          <p:nvPr/>
        </p:nvSpPr>
        <p:spPr>
          <a:xfrm>
            <a:off x="1542803" y="4276975"/>
            <a:ext cx="8693567" cy="6345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Eine Korrektur, wie oben erklärt führt zum richtigen Eintrag</a:t>
            </a:r>
          </a:p>
        </p:txBody>
      </p:sp>
      <p:pic>
        <p:nvPicPr>
          <p:cNvPr id="13" name="Grafik 12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FA4D74CC-E9B7-C911-DAB8-9088C3A406A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640"/>
          <a:stretch>
            <a:fillRect/>
          </a:stretch>
        </p:blipFill>
        <p:spPr>
          <a:xfrm>
            <a:off x="2674413" y="4911521"/>
            <a:ext cx="5394909" cy="1005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65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B3651-7E36-CE21-B0A6-4E17DCA4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17044B92-38EF-626A-32B4-A2D5A32D1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6871428C-975F-37FD-D9D6-58EE70367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D45A93F9-D0E3-4710-9668-E08DBD488AB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191847" cy="11167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/>
              <a:t>git</a:t>
            </a:r>
            <a:r>
              <a:rPr lang="de-DE" dirty="0"/>
              <a:t>-Repository erstellen</a:t>
            </a:r>
          </a:p>
        </p:txBody>
      </p:sp>
      <p:pic>
        <p:nvPicPr>
          <p:cNvPr id="12" name="Grafik 11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8B2FD1ED-C28F-307A-5675-D127675482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8331" y="1837658"/>
            <a:ext cx="7608981" cy="3969351"/>
          </a:xfrm>
          <a:prstGeom prst="rect">
            <a:avLst/>
          </a:prstGeom>
        </p:spPr>
      </p:pic>
      <p:sp>
        <p:nvSpPr>
          <p:cNvPr id="17" name="Abgerundete rechteckige Legende 16">
            <a:extLst>
              <a:ext uri="{FF2B5EF4-FFF2-40B4-BE49-F238E27FC236}">
                <a16:creationId xmlns:a16="http://schemas.microsoft.com/office/drawing/2014/main" id="{5BA3FDC3-C422-CE59-E132-6993E6830223}"/>
              </a:ext>
            </a:extLst>
          </p:cNvPr>
          <p:cNvSpPr/>
          <p:nvPr/>
        </p:nvSpPr>
        <p:spPr>
          <a:xfrm>
            <a:off x="232189" y="1618929"/>
            <a:ext cx="3281595" cy="1302310"/>
          </a:xfrm>
          <a:prstGeom prst="wedgeRoundRectCallout">
            <a:avLst>
              <a:gd name="adj1" fmla="val 64641"/>
              <a:gd name="adj2" fmla="val -4152"/>
              <a:gd name="adj3" fmla="val 16667"/>
            </a:avLst>
          </a:prstGeom>
          <a:solidFill>
            <a:srgbClr val="F050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Repository in Verzeichnis erstellen mittels</a:t>
            </a:r>
          </a:p>
          <a:p>
            <a:pPr algn="ctr"/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git</a:t>
            </a:r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init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</p:txBody>
      </p:sp>
      <p:sp>
        <p:nvSpPr>
          <p:cNvPr id="18" name="Abgerundete rechteckige Legende 17">
            <a:extLst>
              <a:ext uri="{FF2B5EF4-FFF2-40B4-BE49-F238E27FC236}">
                <a16:creationId xmlns:a16="http://schemas.microsoft.com/office/drawing/2014/main" id="{98C20AD3-E974-0958-CE80-DBCED7AA334E}"/>
              </a:ext>
            </a:extLst>
          </p:cNvPr>
          <p:cNvSpPr/>
          <p:nvPr/>
        </p:nvSpPr>
        <p:spPr>
          <a:xfrm>
            <a:off x="232188" y="3171179"/>
            <a:ext cx="3281595" cy="1302310"/>
          </a:xfrm>
          <a:prstGeom prst="wedgeRoundRectCallout">
            <a:avLst>
              <a:gd name="adj1" fmla="val 64641"/>
              <a:gd name="adj2" fmla="val -43159"/>
              <a:gd name="adj3" fmla="val 16667"/>
            </a:avLst>
          </a:prstGeom>
          <a:solidFill>
            <a:srgbClr val="F050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Verzeichnis enthält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.</a:t>
            </a:r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git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Verzeichnis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</p:txBody>
      </p:sp>
      <p:sp>
        <p:nvSpPr>
          <p:cNvPr id="19" name="Abgerundete rechteckige Legende 18">
            <a:extLst>
              <a:ext uri="{FF2B5EF4-FFF2-40B4-BE49-F238E27FC236}">
                <a16:creationId xmlns:a16="http://schemas.microsoft.com/office/drawing/2014/main" id="{1AD6A371-3928-8C5B-C83F-243A0A088991}"/>
              </a:ext>
            </a:extLst>
          </p:cNvPr>
          <p:cNvSpPr/>
          <p:nvPr/>
        </p:nvSpPr>
        <p:spPr>
          <a:xfrm>
            <a:off x="232188" y="4723429"/>
            <a:ext cx="3281595" cy="1302310"/>
          </a:xfrm>
          <a:prstGeom prst="wedgeRoundRectCallout">
            <a:avLst>
              <a:gd name="adj1" fmla="val 64297"/>
              <a:gd name="adj2" fmla="val -32757"/>
              <a:gd name="adj3" fmla="val 16667"/>
            </a:avLst>
          </a:prstGeom>
          <a:solidFill>
            <a:srgbClr val="F050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.</a:t>
            </a:r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git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Verzeichnis enthält</a:t>
            </a:r>
          </a:p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alle Daten zum Repository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72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69888-8B5D-D6A2-3C06-CEF48203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AE7E16EC-46F8-8BBD-8570-56608CBDA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A3BDD478-6EBD-0CBD-C3FA-9203D3933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bgerundete rechteckige Legende 16">
            <a:extLst>
              <a:ext uri="{FF2B5EF4-FFF2-40B4-BE49-F238E27FC236}">
                <a16:creationId xmlns:a16="http://schemas.microsoft.com/office/drawing/2014/main" id="{0A091367-7DE1-E796-B335-D072D3811395}"/>
              </a:ext>
            </a:extLst>
          </p:cNvPr>
          <p:cNvSpPr/>
          <p:nvPr/>
        </p:nvSpPr>
        <p:spPr>
          <a:xfrm>
            <a:off x="232189" y="1618929"/>
            <a:ext cx="3281595" cy="1302310"/>
          </a:xfrm>
          <a:prstGeom prst="wedgeRoundRectCallout">
            <a:avLst>
              <a:gd name="adj1" fmla="val 64641"/>
              <a:gd name="adj2" fmla="val -4152"/>
              <a:gd name="adj3" fmla="val 16667"/>
            </a:avLst>
          </a:prstGeom>
          <a:solidFill>
            <a:srgbClr val="F050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bare - </a:t>
            </a:r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Repository in Verzeichnis erstellen mittels</a:t>
            </a:r>
          </a:p>
          <a:p>
            <a:pPr algn="ctr"/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git</a:t>
            </a:r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 </a:t>
            </a:r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init</a:t>
            </a:r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 --bare</a:t>
            </a:r>
          </a:p>
        </p:txBody>
      </p:sp>
      <p:sp>
        <p:nvSpPr>
          <p:cNvPr id="18" name="Abgerundete rechteckige Legende 17">
            <a:extLst>
              <a:ext uri="{FF2B5EF4-FFF2-40B4-BE49-F238E27FC236}">
                <a16:creationId xmlns:a16="http://schemas.microsoft.com/office/drawing/2014/main" id="{B71D2718-ACED-E72E-E066-6E982462DC09}"/>
              </a:ext>
            </a:extLst>
          </p:cNvPr>
          <p:cNvSpPr/>
          <p:nvPr/>
        </p:nvSpPr>
        <p:spPr>
          <a:xfrm>
            <a:off x="232188" y="3171179"/>
            <a:ext cx="3281595" cy="1302310"/>
          </a:xfrm>
          <a:prstGeom prst="wedgeRoundRectCallout">
            <a:avLst>
              <a:gd name="adj1" fmla="val 64641"/>
              <a:gd name="adj2" fmla="val -43159"/>
              <a:gd name="adj3" fmla="val 16667"/>
            </a:avLst>
          </a:prstGeom>
          <a:solidFill>
            <a:srgbClr val="F050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Verzeichnis enthält </a:t>
            </a:r>
            <a:r>
              <a:rPr lang="de-DE" b="1" u="sng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kein</a:t>
            </a:r>
          </a:p>
          <a:p>
            <a:pPr algn="ctr"/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.</a:t>
            </a:r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git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Verzeichnis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</p:txBody>
      </p:sp>
      <p:sp>
        <p:nvSpPr>
          <p:cNvPr id="19" name="Abgerundete rechteckige Legende 18">
            <a:extLst>
              <a:ext uri="{FF2B5EF4-FFF2-40B4-BE49-F238E27FC236}">
                <a16:creationId xmlns:a16="http://schemas.microsoft.com/office/drawing/2014/main" id="{A9CCD098-10FC-F891-94C0-AE2041B1446D}"/>
              </a:ext>
            </a:extLst>
          </p:cNvPr>
          <p:cNvSpPr/>
          <p:nvPr/>
        </p:nvSpPr>
        <p:spPr>
          <a:xfrm>
            <a:off x="232188" y="4723429"/>
            <a:ext cx="3281595" cy="1302310"/>
          </a:xfrm>
          <a:prstGeom prst="wedgeRoundRectCallout">
            <a:avLst>
              <a:gd name="adj1" fmla="val 64297"/>
              <a:gd name="adj2" fmla="val -60636"/>
              <a:gd name="adj3" fmla="val 16667"/>
            </a:avLst>
          </a:prstGeom>
          <a:solidFill>
            <a:srgbClr val="F0503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n w="22225">
                  <a:noFill/>
                  <a:prstDash val="solid"/>
                </a:ln>
                <a:solidFill>
                  <a:schemeClr val="bg1">
                    <a:lumMod val="95000"/>
                  </a:schemeClr>
                </a:solidFill>
              </a:rPr>
              <a:t>Verzeichnis enthält Strukturen aus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  <a:p>
            <a:pPr algn="ctr"/>
            <a:r>
              <a:rPr lang="de-DE" b="1" dirty="0">
                <a:solidFill>
                  <a:schemeClr val="bg1"/>
                </a:solidFill>
                <a:latin typeface="Courier" pitchFamily="2" charset="0"/>
              </a:rPr>
              <a:t>.</a:t>
            </a:r>
            <a:r>
              <a:rPr lang="de-DE" b="1" dirty="0" err="1">
                <a:solidFill>
                  <a:schemeClr val="bg1"/>
                </a:solidFill>
                <a:latin typeface="Courier" pitchFamily="2" charset="0"/>
              </a:rPr>
              <a:t>git</a:t>
            </a:r>
            <a:endParaRPr lang="de-DE" b="1" dirty="0">
              <a:solidFill>
                <a:schemeClr val="bg1"/>
              </a:solidFill>
              <a:latin typeface="Courier" pitchFamily="2" charset="0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5CD4424-2A72-81A0-B5C7-19F4C13E14AE}"/>
              </a:ext>
            </a:extLst>
          </p:cNvPr>
          <p:cNvSpPr txBox="1">
            <a:spLocks/>
          </p:cNvSpPr>
          <p:nvPr/>
        </p:nvSpPr>
        <p:spPr>
          <a:xfrm>
            <a:off x="703730" y="14606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bare</a:t>
            </a:r>
            <a:r>
              <a:rPr lang="de-DE" dirty="0"/>
              <a:t> </a:t>
            </a:r>
            <a:r>
              <a:rPr lang="de-DE" dirty="0" err="1"/>
              <a:t>git</a:t>
            </a:r>
            <a:r>
              <a:rPr lang="de-DE" dirty="0"/>
              <a:t>-Repository erstellen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A9084E84-42F3-1E9C-F1E9-07E05445C1B5}"/>
              </a:ext>
            </a:extLst>
          </p:cNvPr>
          <p:cNvSpPr txBox="1">
            <a:spLocks/>
          </p:cNvSpPr>
          <p:nvPr/>
        </p:nvSpPr>
        <p:spPr>
          <a:xfrm>
            <a:off x="3915466" y="5092989"/>
            <a:ext cx="8044345" cy="14602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Ein </a:t>
            </a:r>
            <a:r>
              <a:rPr lang="de-DE" dirty="0">
                <a:solidFill>
                  <a:srgbClr val="3B2322"/>
                </a:solidFill>
                <a:latin typeface="Courier"/>
              </a:rPr>
              <a:t>bare</a:t>
            </a:r>
            <a:r>
              <a:rPr lang="de-DE" dirty="0"/>
              <a:t> -</a:t>
            </a:r>
            <a:r>
              <a:rPr lang="de-DE" dirty="0" err="1"/>
              <a:t>Repositories</a:t>
            </a:r>
            <a:r>
              <a:rPr lang="de-DE" dirty="0"/>
              <a:t> hat keinen ausgecheckten Source-Code.</a:t>
            </a:r>
          </a:p>
          <a:p>
            <a:r>
              <a:rPr lang="de-DE" dirty="0"/>
              <a:t>Es ist die Struktur, die auf dem Server vorliegt.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FBD02F4-4D18-A1FE-AB3D-58819938E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490" y="1781788"/>
            <a:ext cx="7755677" cy="309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0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AA50-4E54-D89B-8E9E-CA9E2DE1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418ED625-6747-4D11-1548-A1EEAB1A0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B93A904B-7B17-36D2-9DAF-C6EFBC230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5DF15B3D-7BA2-184A-3FE4-065E9AF23929}"/>
              </a:ext>
            </a:extLst>
          </p:cNvPr>
          <p:cNvSpPr txBox="1">
            <a:spLocks/>
          </p:cNvSpPr>
          <p:nvPr/>
        </p:nvSpPr>
        <p:spPr>
          <a:xfrm>
            <a:off x="801430" y="819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Datei(en) verwalten</a:t>
            </a:r>
          </a:p>
        </p:txBody>
      </p:sp>
      <p:sp>
        <p:nvSpPr>
          <p:cNvPr id="6" name="Abgerundetes Rechteck 5">
            <a:extLst>
              <a:ext uri="{FF2B5EF4-FFF2-40B4-BE49-F238E27FC236}">
                <a16:creationId xmlns:a16="http://schemas.microsoft.com/office/drawing/2014/main" id="{E3DF9111-899D-DE99-486B-3841B8AF96ED}"/>
              </a:ext>
            </a:extLst>
          </p:cNvPr>
          <p:cNvSpPr/>
          <p:nvPr/>
        </p:nvSpPr>
        <p:spPr>
          <a:xfrm>
            <a:off x="1377749" y="5540652"/>
            <a:ext cx="2130118" cy="718307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(Änderungen im) Arbeitsverzeichnis</a:t>
            </a:r>
          </a:p>
        </p:txBody>
      </p:sp>
      <p:sp>
        <p:nvSpPr>
          <p:cNvPr id="8" name="Abgerundetes Rechteck 7">
            <a:extLst>
              <a:ext uri="{FF2B5EF4-FFF2-40B4-BE49-F238E27FC236}">
                <a16:creationId xmlns:a16="http://schemas.microsoft.com/office/drawing/2014/main" id="{C94E47B0-5E02-F81C-A49C-31F9D34C627B}"/>
              </a:ext>
            </a:extLst>
          </p:cNvPr>
          <p:cNvSpPr/>
          <p:nvPr/>
        </p:nvSpPr>
        <p:spPr>
          <a:xfrm>
            <a:off x="5042925" y="5606829"/>
            <a:ext cx="2106151" cy="65213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Staging</a:t>
            </a:r>
            <a:r>
              <a:rPr lang="de-DE" dirty="0"/>
              <a:t> Area</a:t>
            </a:r>
          </a:p>
        </p:txBody>
      </p:sp>
      <p:sp>
        <p:nvSpPr>
          <p:cNvPr id="10" name="Abgerundetes Rechteck 9">
            <a:extLst>
              <a:ext uri="{FF2B5EF4-FFF2-40B4-BE49-F238E27FC236}">
                <a16:creationId xmlns:a16="http://schemas.microsoft.com/office/drawing/2014/main" id="{3EC68CCA-750B-DE7E-3A9E-47A3D4BA8C41}"/>
              </a:ext>
            </a:extLst>
          </p:cNvPr>
          <p:cNvSpPr/>
          <p:nvPr/>
        </p:nvSpPr>
        <p:spPr>
          <a:xfrm>
            <a:off x="8872046" y="5606829"/>
            <a:ext cx="2106149" cy="65101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Repository (.</a:t>
            </a:r>
            <a:r>
              <a:rPr lang="de-DE" dirty="0" err="1"/>
              <a:t>git</a:t>
            </a:r>
            <a:r>
              <a:rPr lang="de-DE" dirty="0"/>
              <a:t>)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AF58D1C-09DB-6F48-A684-E224929AB573}"/>
              </a:ext>
            </a:extLst>
          </p:cNvPr>
          <p:cNvCxnSpPr>
            <a:cxnSpLocks/>
          </p:cNvCxnSpPr>
          <p:nvPr/>
        </p:nvCxnSpPr>
        <p:spPr>
          <a:xfrm flipV="1">
            <a:off x="3507868" y="5929756"/>
            <a:ext cx="1535058" cy="31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1D7CC09A-7961-640A-327B-B873B7247307}"/>
              </a:ext>
            </a:extLst>
          </p:cNvPr>
          <p:cNvSpPr txBox="1"/>
          <p:nvPr/>
        </p:nvSpPr>
        <p:spPr>
          <a:xfrm>
            <a:off x="3648027" y="5563562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add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D9C40C2F-0A11-F54F-3C0D-ACDF4B14BD1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7149076" y="5929756"/>
            <a:ext cx="1722970" cy="25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270F3ECD-B20E-69B2-A5C0-4094886BDC75}"/>
              </a:ext>
            </a:extLst>
          </p:cNvPr>
          <p:cNvSpPr txBox="1"/>
          <p:nvPr/>
        </p:nvSpPr>
        <p:spPr>
          <a:xfrm>
            <a:off x="7229757" y="556042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commit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6D478410-F4D8-4193-EE0A-E179BA3BF74B}"/>
              </a:ext>
            </a:extLst>
          </p:cNvPr>
          <p:cNvSpPr txBox="1">
            <a:spLocks/>
          </p:cNvSpPr>
          <p:nvPr/>
        </p:nvSpPr>
        <p:spPr>
          <a:xfrm>
            <a:off x="874970" y="1453319"/>
            <a:ext cx="5114704" cy="5135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Lebenszyklus einer Datei in </a:t>
            </a:r>
            <a:r>
              <a:rPr lang="de-DE" dirty="0" err="1"/>
              <a:t>Git</a:t>
            </a:r>
            <a:endParaRPr lang="de-DE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92A24694-DACE-32EB-A51C-D0DC6CD0C308}"/>
              </a:ext>
            </a:extLst>
          </p:cNvPr>
          <p:cNvSpPr/>
          <p:nvPr/>
        </p:nvSpPr>
        <p:spPr>
          <a:xfrm>
            <a:off x="3508743" y="3720811"/>
            <a:ext cx="1998921" cy="65213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Unbekannt/</a:t>
            </a:r>
          </a:p>
          <a:p>
            <a:pPr algn="ctr"/>
            <a:r>
              <a:rPr lang="de-DE" dirty="0" err="1"/>
              <a:t>untracked</a:t>
            </a:r>
            <a:endParaRPr lang="de-DE" dirty="0"/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F2AF3807-5692-4DFC-75E3-D05C2F9A408D}"/>
              </a:ext>
            </a:extLst>
          </p:cNvPr>
          <p:cNvSpPr/>
          <p:nvPr/>
        </p:nvSpPr>
        <p:spPr>
          <a:xfrm>
            <a:off x="6961887" y="2269246"/>
            <a:ext cx="1998921" cy="65213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geändert/</a:t>
            </a:r>
          </a:p>
          <a:p>
            <a:pPr algn="ctr"/>
            <a:r>
              <a:rPr lang="de-DE" dirty="0" err="1"/>
              <a:t>modified</a:t>
            </a:r>
            <a:endParaRPr lang="de-DE" dirty="0"/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023E9F3F-0806-6FBB-9AB9-E61791C30661}"/>
              </a:ext>
            </a:extLst>
          </p:cNvPr>
          <p:cNvSpPr/>
          <p:nvPr/>
        </p:nvSpPr>
        <p:spPr>
          <a:xfrm>
            <a:off x="3508743" y="2269246"/>
            <a:ext cx="1998921" cy="65213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Nicht geändert/</a:t>
            </a:r>
          </a:p>
          <a:p>
            <a:pPr algn="ctr"/>
            <a:r>
              <a:rPr lang="de-DE" dirty="0" err="1"/>
              <a:t>unmodified</a:t>
            </a:r>
            <a:endParaRPr lang="de-DE" dirty="0"/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655DA62F-EBB4-CD31-96E7-E95C01C7001E}"/>
              </a:ext>
            </a:extLst>
          </p:cNvPr>
          <p:cNvCxnSpPr>
            <a:cxnSpLocks/>
            <a:stCxn id="16" idx="3"/>
            <a:endCxn id="26" idx="1"/>
          </p:cNvCxnSpPr>
          <p:nvPr/>
        </p:nvCxnSpPr>
        <p:spPr>
          <a:xfrm flipV="1">
            <a:off x="5507664" y="4041873"/>
            <a:ext cx="1454223" cy="50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73EA2983-61A3-4929-FCCA-20BFFD282E77}"/>
              </a:ext>
            </a:extLst>
          </p:cNvPr>
          <p:cNvSpPr txBox="1"/>
          <p:nvPr/>
        </p:nvSpPr>
        <p:spPr>
          <a:xfrm>
            <a:off x="5620953" y="399860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add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BFFB421F-7B4A-48A5-4676-B81AB437064E}"/>
              </a:ext>
            </a:extLst>
          </p:cNvPr>
          <p:cNvSpPr txBox="1"/>
          <p:nvPr/>
        </p:nvSpPr>
        <p:spPr>
          <a:xfrm>
            <a:off x="5507664" y="2175219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editieren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4EE231A-349A-07AE-C294-3BB6CF25658F}"/>
              </a:ext>
            </a:extLst>
          </p:cNvPr>
          <p:cNvCxnSpPr>
            <a:cxnSpLocks/>
          </p:cNvCxnSpPr>
          <p:nvPr/>
        </p:nvCxnSpPr>
        <p:spPr>
          <a:xfrm>
            <a:off x="5507664" y="2544551"/>
            <a:ext cx="145422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4D1C2C68-0AEE-6B09-686F-CF075FF081E5}"/>
              </a:ext>
            </a:extLst>
          </p:cNvPr>
          <p:cNvSpPr/>
          <p:nvPr/>
        </p:nvSpPr>
        <p:spPr>
          <a:xfrm>
            <a:off x="6961887" y="3715808"/>
            <a:ext cx="1998921" cy="652130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vorbereitet/</a:t>
            </a:r>
          </a:p>
          <a:p>
            <a:pPr algn="ctr"/>
            <a:r>
              <a:rPr lang="de-DE" dirty="0" err="1"/>
              <a:t>staged</a:t>
            </a:r>
            <a:endParaRPr lang="de-DE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04B51885-DDAA-60DB-7D97-95FA510B7BC8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7961348" y="2921376"/>
            <a:ext cx="0" cy="7944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D0E570A9-65A4-66DE-6950-48005459727B}"/>
              </a:ext>
            </a:extLst>
          </p:cNvPr>
          <p:cNvSpPr txBox="1"/>
          <p:nvPr/>
        </p:nvSpPr>
        <p:spPr>
          <a:xfrm>
            <a:off x="8010964" y="3103496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add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D0B3686-1D4D-34A9-A954-AD3CB213F4E7}"/>
              </a:ext>
            </a:extLst>
          </p:cNvPr>
          <p:cNvCxnSpPr>
            <a:cxnSpLocks/>
          </p:cNvCxnSpPr>
          <p:nvPr/>
        </p:nvCxnSpPr>
        <p:spPr>
          <a:xfrm flipH="1" flipV="1">
            <a:off x="5429693" y="2903783"/>
            <a:ext cx="1532194" cy="8120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2D51E60D-E978-8BE5-49A4-B2FB0D80BDD9}"/>
              </a:ext>
            </a:extLst>
          </p:cNvPr>
          <p:cNvSpPr txBox="1"/>
          <p:nvPr/>
        </p:nvSpPr>
        <p:spPr>
          <a:xfrm rot="1707463">
            <a:off x="5583405" y="3045402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commit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sp>
        <p:nvSpPr>
          <p:cNvPr id="31" name="Inhaltsplatzhalter 2">
            <a:extLst>
              <a:ext uri="{FF2B5EF4-FFF2-40B4-BE49-F238E27FC236}">
                <a16:creationId xmlns:a16="http://schemas.microsoft.com/office/drawing/2014/main" id="{6EDBDC34-74C9-E58F-CED0-8218B61974F1}"/>
              </a:ext>
            </a:extLst>
          </p:cNvPr>
          <p:cNvSpPr txBox="1">
            <a:spLocks/>
          </p:cNvSpPr>
          <p:nvPr/>
        </p:nvSpPr>
        <p:spPr>
          <a:xfrm>
            <a:off x="986254" y="4811288"/>
            <a:ext cx="9295358" cy="5135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DE" sz="2800" dirty="0"/>
              <a:t>hierbei wandert man zwischen verschiedenen Bereichen</a:t>
            </a:r>
          </a:p>
        </p:txBody>
      </p:sp>
    </p:spTree>
    <p:extLst>
      <p:ext uri="{BB962C8B-B14F-4D97-AF65-F5344CB8AC3E}">
        <p14:creationId xmlns:p14="http://schemas.microsoft.com/office/powerpoint/2010/main" val="362347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/>
      <p:bldP spid="14" grpId="0"/>
      <p:bldP spid="15" grpId="0"/>
      <p:bldP spid="16" grpId="0" animBg="1"/>
      <p:bldP spid="20" grpId="0" animBg="1"/>
      <p:bldP spid="21" grpId="0" animBg="1"/>
      <p:bldP spid="23" grpId="0"/>
      <p:bldP spid="24" grpId="0"/>
      <p:bldP spid="26" grpId="0" animBg="1"/>
      <p:bldP spid="28" grpId="0"/>
      <p:bldP spid="30" grpId="0"/>
      <p:bldP spid="3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Text, Screenshot, Webseite, Website enthält.&#10;&#10;KI-generierte Inhalte können fehlerhaft sein.">
            <a:extLst>
              <a:ext uri="{FF2B5EF4-FFF2-40B4-BE49-F238E27FC236}">
                <a16:creationId xmlns:a16="http://schemas.microsoft.com/office/drawing/2014/main" id="{06D6485F-AC76-09E3-5564-9EDAF4A1F0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9" y="1345485"/>
            <a:ext cx="7772400" cy="533392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4" y="197920"/>
            <a:ext cx="10515600" cy="1325563"/>
          </a:xfrm>
        </p:spPr>
        <p:txBody>
          <a:bodyPr/>
          <a:lstStyle/>
          <a:p>
            <a:r>
              <a:rPr lang="de-DE" dirty="0"/>
              <a:t>Beispiel: Hinzufügen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15CDF50-06C0-CA48-B66A-803F6FC99388}"/>
              </a:ext>
            </a:extLst>
          </p:cNvPr>
          <p:cNvSpPr/>
          <p:nvPr/>
        </p:nvSpPr>
        <p:spPr>
          <a:xfrm>
            <a:off x="4390572" y="1319592"/>
            <a:ext cx="1150620" cy="24860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6D4F7F9-135C-024F-BE33-1E4BE1FF35AB}"/>
              </a:ext>
            </a:extLst>
          </p:cNvPr>
          <p:cNvSpPr txBox="1"/>
          <p:nvPr/>
        </p:nvSpPr>
        <p:spPr>
          <a:xfrm>
            <a:off x="8542020" y="1810092"/>
            <a:ext cx="2190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Prüfen des Zustandes</a:t>
            </a:r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735AD8A0-4957-DA47-9089-429A2EDBEA90}"/>
              </a:ext>
            </a:extLst>
          </p:cNvPr>
          <p:cNvSpPr/>
          <p:nvPr/>
        </p:nvSpPr>
        <p:spPr>
          <a:xfrm>
            <a:off x="192702" y="2238293"/>
            <a:ext cx="6783322" cy="4154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0134ACC-2A28-F047-BF3D-FC07BE3F03EC}"/>
              </a:ext>
            </a:extLst>
          </p:cNvPr>
          <p:cNvSpPr txBox="1"/>
          <p:nvPr/>
        </p:nvSpPr>
        <p:spPr>
          <a:xfrm>
            <a:off x="8542019" y="2722668"/>
            <a:ext cx="1779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Git</a:t>
            </a:r>
            <a:r>
              <a:rPr lang="de-DE" dirty="0"/>
              <a:t> gibt Hinweise</a:t>
            </a:r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55EDDCD9-F703-5C42-B9EB-89B5FE365231}"/>
              </a:ext>
            </a:extLst>
          </p:cNvPr>
          <p:cNvSpPr/>
          <p:nvPr/>
        </p:nvSpPr>
        <p:spPr>
          <a:xfrm>
            <a:off x="192702" y="4367841"/>
            <a:ext cx="6691882" cy="4154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B578742-64B2-7748-AE2C-5FCBEC135F51}"/>
              </a:ext>
            </a:extLst>
          </p:cNvPr>
          <p:cNvSpPr txBox="1"/>
          <p:nvPr/>
        </p:nvSpPr>
        <p:spPr>
          <a:xfrm>
            <a:off x="8542018" y="4730375"/>
            <a:ext cx="290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Hinweis für </a:t>
            </a:r>
            <a:r>
              <a:rPr lang="de-DE" dirty="0" err="1"/>
              <a:t>Unstage</a:t>
            </a:r>
            <a:r>
              <a:rPr lang="de-DE" dirty="0"/>
              <a:t>-Vorgang</a:t>
            </a:r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5F95A5EF-599C-A343-869D-C08DFF3650EA}"/>
              </a:ext>
            </a:extLst>
          </p:cNvPr>
          <p:cNvSpPr/>
          <p:nvPr/>
        </p:nvSpPr>
        <p:spPr>
          <a:xfrm>
            <a:off x="4472577" y="3287396"/>
            <a:ext cx="1491614" cy="24376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" name="Abgerundetes Rechteck 20">
            <a:extLst>
              <a:ext uri="{FF2B5EF4-FFF2-40B4-BE49-F238E27FC236}">
                <a16:creationId xmlns:a16="http://schemas.microsoft.com/office/drawing/2014/main" id="{7E71A03E-AE5B-E145-A944-FAFAD8E1A8E8}"/>
              </a:ext>
            </a:extLst>
          </p:cNvPr>
          <p:cNvSpPr/>
          <p:nvPr/>
        </p:nvSpPr>
        <p:spPr>
          <a:xfrm>
            <a:off x="890163" y="4783304"/>
            <a:ext cx="1947784" cy="18479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Abgerundetes Rechteck 22">
            <a:extLst>
              <a:ext uri="{FF2B5EF4-FFF2-40B4-BE49-F238E27FC236}">
                <a16:creationId xmlns:a16="http://schemas.microsoft.com/office/drawing/2014/main" id="{B4D5C8B6-EF90-E946-A56A-D732BC57C4EA}"/>
              </a:ext>
            </a:extLst>
          </p:cNvPr>
          <p:cNvSpPr/>
          <p:nvPr/>
        </p:nvSpPr>
        <p:spPr>
          <a:xfrm>
            <a:off x="4510554" y="5131931"/>
            <a:ext cx="2907274" cy="27196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5" name="Picture 2" descr="Logo Volkshochschule Dresden">
            <a:extLst>
              <a:ext uri="{FF2B5EF4-FFF2-40B4-BE49-F238E27FC236}">
                <a16:creationId xmlns:a16="http://schemas.microsoft.com/office/drawing/2014/main" id="{18C6B658-D6BC-FF53-4353-8123326F91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404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xit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5" grpId="0"/>
      <p:bldP spid="15" grpId="1"/>
      <p:bldP spid="16" grpId="0" animBg="1"/>
      <p:bldP spid="16" grpId="1" animBg="1"/>
      <p:bldP spid="17" grpId="0"/>
      <p:bldP spid="17" grpId="1"/>
      <p:bldP spid="18" grpId="0" animBg="1"/>
      <p:bldP spid="18" grpId="1" animBg="1"/>
      <p:bldP spid="19" grpId="0"/>
      <p:bldP spid="19" grpId="1"/>
      <p:bldP spid="20" grpId="0" animBg="1"/>
      <p:bldP spid="20" grpId="1" animBg="1"/>
      <p:bldP spid="21" grpId="0" animBg="1"/>
      <p:bldP spid="21" grpId="1" animBg="1"/>
      <p:bldP spid="23" grpId="0" animBg="1"/>
      <p:bldP spid="23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2F7B8177-4115-540D-F5EE-45F6E96F6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0" y="1890797"/>
            <a:ext cx="7772400" cy="180241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4" y="197920"/>
            <a:ext cx="10515600" cy="1325563"/>
          </a:xfrm>
        </p:spPr>
        <p:txBody>
          <a:bodyPr/>
          <a:lstStyle/>
          <a:p>
            <a:r>
              <a:rPr lang="de-DE" dirty="0"/>
              <a:t>Beispiel: </a:t>
            </a:r>
            <a:r>
              <a:rPr lang="de-DE" dirty="0" err="1"/>
              <a:t>Umbennen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86D4F7F9-135C-024F-BE33-1E4BE1FF35AB}"/>
              </a:ext>
            </a:extLst>
          </p:cNvPr>
          <p:cNvSpPr txBox="1"/>
          <p:nvPr/>
        </p:nvSpPr>
        <p:spPr>
          <a:xfrm>
            <a:off x="8542020" y="1810092"/>
            <a:ext cx="189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Umbennen</a:t>
            </a:r>
            <a:r>
              <a:rPr lang="de-DE" dirty="0"/>
              <a:t> mit </a:t>
            </a:r>
            <a:r>
              <a:rPr lang="de-DE" dirty="0" err="1"/>
              <a:t>git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0134ACC-2A28-F047-BF3D-FC07BE3F03EC}"/>
              </a:ext>
            </a:extLst>
          </p:cNvPr>
          <p:cNvSpPr txBox="1"/>
          <p:nvPr/>
        </p:nvSpPr>
        <p:spPr>
          <a:xfrm>
            <a:off x="8542019" y="2722668"/>
            <a:ext cx="19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Zeigt dies auch an.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15CDF50-06C0-CA48-B66A-803F6FC99388}"/>
              </a:ext>
            </a:extLst>
          </p:cNvPr>
          <p:cNvSpPr/>
          <p:nvPr/>
        </p:nvSpPr>
        <p:spPr>
          <a:xfrm>
            <a:off x="4174431" y="1819855"/>
            <a:ext cx="2251710" cy="2513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735AD8A0-4957-DA47-9089-429A2EDBEA90}"/>
              </a:ext>
            </a:extLst>
          </p:cNvPr>
          <p:cNvSpPr/>
          <p:nvPr/>
        </p:nvSpPr>
        <p:spPr>
          <a:xfrm>
            <a:off x="833139" y="2580095"/>
            <a:ext cx="3268980" cy="2513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55EDDCD9-F703-5C42-B9EB-89B5FE365231}"/>
              </a:ext>
            </a:extLst>
          </p:cNvPr>
          <p:cNvSpPr/>
          <p:nvPr/>
        </p:nvSpPr>
        <p:spPr>
          <a:xfrm>
            <a:off x="475260" y="3312821"/>
            <a:ext cx="2881506" cy="2323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2FE4F60-AE12-8D4C-965D-1E1AC9871323}"/>
              </a:ext>
            </a:extLst>
          </p:cNvPr>
          <p:cNvSpPr txBox="1"/>
          <p:nvPr/>
        </p:nvSpPr>
        <p:spPr>
          <a:xfrm>
            <a:off x="8542019" y="3363323"/>
            <a:ext cx="1871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und ebenfalls hier</a:t>
            </a:r>
          </a:p>
        </p:txBody>
      </p:sp>
      <p:pic>
        <p:nvPicPr>
          <p:cNvPr id="8" name="Picture 2" descr="Logo Volkshochschule Dresden">
            <a:extLst>
              <a:ext uri="{FF2B5EF4-FFF2-40B4-BE49-F238E27FC236}">
                <a16:creationId xmlns:a16="http://schemas.microsoft.com/office/drawing/2014/main" id="{BEB6A692-E519-B805-9421-506C429C5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36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7" grpId="0"/>
      <p:bldP spid="14" grpId="0" animBg="1"/>
      <p:bldP spid="14" grpId="1" animBg="1"/>
      <p:bldP spid="16" grpId="0" animBg="1"/>
      <p:bldP spid="18" grpId="0" animBg="1"/>
      <p:bldP spid="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0A7946A6-81F1-7D2D-7A9D-20FEEFC59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32" y="1778125"/>
            <a:ext cx="7772400" cy="230399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94" y="197920"/>
            <a:ext cx="10515600" cy="1325563"/>
          </a:xfrm>
        </p:spPr>
        <p:txBody>
          <a:bodyPr/>
          <a:lstStyle/>
          <a:p>
            <a:r>
              <a:rPr lang="de-DE" dirty="0"/>
              <a:t>Beispiel: Löschen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86D4F7F9-135C-024F-BE33-1E4BE1FF35AB}"/>
              </a:ext>
            </a:extLst>
          </p:cNvPr>
          <p:cNvSpPr txBox="1"/>
          <p:nvPr/>
        </p:nvSpPr>
        <p:spPr>
          <a:xfrm>
            <a:off x="9149256" y="1782253"/>
            <a:ext cx="1609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Löschen mit </a:t>
            </a:r>
            <a:r>
              <a:rPr lang="de-DE" dirty="0" err="1"/>
              <a:t>git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0134ACC-2A28-F047-BF3D-FC07BE3F03EC}"/>
              </a:ext>
            </a:extLst>
          </p:cNvPr>
          <p:cNvSpPr txBox="1"/>
          <p:nvPr/>
        </p:nvSpPr>
        <p:spPr>
          <a:xfrm>
            <a:off x="9149256" y="2557553"/>
            <a:ext cx="19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Zeigt dies auch an.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2FE4F60-AE12-8D4C-965D-1E1AC9871323}"/>
              </a:ext>
            </a:extLst>
          </p:cNvPr>
          <p:cNvSpPr txBox="1"/>
          <p:nvPr/>
        </p:nvSpPr>
        <p:spPr>
          <a:xfrm>
            <a:off x="9149256" y="3515141"/>
            <a:ext cx="1871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und ebenfalls hier</a:t>
            </a:r>
          </a:p>
        </p:txBody>
      </p:sp>
      <p:sp>
        <p:nvSpPr>
          <p:cNvPr id="14" name="Abgerundetes Rechteck 13">
            <a:extLst>
              <a:ext uri="{FF2B5EF4-FFF2-40B4-BE49-F238E27FC236}">
                <a16:creationId xmlns:a16="http://schemas.microsoft.com/office/drawing/2014/main" id="{615CDF50-06C0-CA48-B66A-803F6FC99388}"/>
              </a:ext>
            </a:extLst>
          </p:cNvPr>
          <p:cNvSpPr/>
          <p:nvPr/>
        </p:nvSpPr>
        <p:spPr>
          <a:xfrm>
            <a:off x="4970145" y="1778125"/>
            <a:ext cx="2251710" cy="25130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55EDDCD9-F703-5C42-B9EB-89B5FE365231}"/>
              </a:ext>
            </a:extLst>
          </p:cNvPr>
          <p:cNvSpPr/>
          <p:nvPr/>
        </p:nvSpPr>
        <p:spPr>
          <a:xfrm>
            <a:off x="1122538" y="2813943"/>
            <a:ext cx="2881506" cy="23235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Abgerundetes Rechteck 15">
            <a:extLst>
              <a:ext uri="{FF2B5EF4-FFF2-40B4-BE49-F238E27FC236}">
                <a16:creationId xmlns:a16="http://schemas.microsoft.com/office/drawing/2014/main" id="{735AD8A0-4957-DA47-9089-429A2EDBEA90}"/>
              </a:ext>
            </a:extLst>
          </p:cNvPr>
          <p:cNvSpPr/>
          <p:nvPr/>
        </p:nvSpPr>
        <p:spPr>
          <a:xfrm>
            <a:off x="786006" y="3607000"/>
            <a:ext cx="2681094" cy="3357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" name="Picture 2" descr="Logo Volkshochschule Dresden">
            <a:extLst>
              <a:ext uri="{FF2B5EF4-FFF2-40B4-BE49-F238E27FC236}">
                <a16:creationId xmlns:a16="http://schemas.microsoft.com/office/drawing/2014/main" id="{DDD21E3D-0A11-0300-A846-BB22FBED9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7757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  <p:bldP spid="14" grpId="0" animBg="1"/>
      <p:bldP spid="18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1A456-EFD2-A703-4EB0-BD07F781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52E82C47-07A9-AB2A-6088-527B4A0F9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7F2CC574-9F34-E357-7563-45AFB804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218B7FFC-F4F5-2CED-6FB3-9B701C382ED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7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Übungen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0CFA8051-2E4F-9466-B704-69B5685C143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19261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endParaRPr lang="de-DE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72FA763-07B4-1AAD-4340-90504DE2252B}"/>
              </a:ext>
            </a:extLst>
          </p:cNvPr>
          <p:cNvSpPr txBox="1">
            <a:spLocks/>
          </p:cNvSpPr>
          <p:nvPr/>
        </p:nvSpPr>
        <p:spPr>
          <a:xfrm>
            <a:off x="838200" y="1302875"/>
            <a:ext cx="10515600" cy="5189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Erstellte eine lokales Repository mittels des Befehls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Welche Möglichkeiten gibt es hier vorzugehen?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Erstelle mehrere Dateien mit unterschiedlichen, beliebigem Inhalt und füge Sie mittels einem oder mehreren </a:t>
            </a:r>
            <a:r>
              <a:rPr lang="de-DE" dirty="0" err="1"/>
              <a:t>Commits</a:t>
            </a:r>
            <a:r>
              <a:rPr lang="de-DE" dirty="0"/>
              <a:t> dem lokalen Repository hinzu.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Ändere die Dateien (Inhalte), Umbenennen und Löschen und füge diese Änderung mittels Commit dem Repository hinzu.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endParaRPr lang="de-DE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7942622-4769-279B-9229-A7A35D155655}"/>
              </a:ext>
            </a:extLst>
          </p:cNvPr>
          <p:cNvSpPr txBox="1"/>
          <p:nvPr/>
        </p:nvSpPr>
        <p:spPr>
          <a:xfrm>
            <a:off x="8389147" y="1542812"/>
            <a:ext cx="2372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4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400" dirty="0" err="1">
                <a:solidFill>
                  <a:srgbClr val="3B2322"/>
                </a:solidFill>
                <a:latin typeface="Courier" pitchFamily="2" charset="0"/>
              </a:rPr>
              <a:t>init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075288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FC0F5-D097-3EB9-8DDC-55AA2DBD8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975CED-F315-F99F-D82D-0433CF43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Historie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DB8589E2-FAF2-D374-A533-B405A9A7C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6F2162F0-1998-D783-EB68-0828A063B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fik 11" descr="Ein Bild, das Screenshot, Kreis enthält.&#10;&#10;KI-generierte Inhalte können fehlerhaft sein.">
            <a:extLst>
              <a:ext uri="{FF2B5EF4-FFF2-40B4-BE49-F238E27FC236}">
                <a16:creationId xmlns:a16="http://schemas.microsoft.com/office/drawing/2014/main" id="{05095BE5-D235-675E-8C6F-DC58187B6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479" y="2529031"/>
            <a:ext cx="10751042" cy="2929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29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Historie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DC2CF-DC3C-9B4F-BF55-01576855A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693"/>
            <a:ext cx="10945305" cy="5036091"/>
          </a:xfrm>
        </p:spPr>
        <p:txBody>
          <a:bodyPr>
            <a:norm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 – </a:t>
            </a:r>
            <a:r>
              <a:rPr lang="de-DE" dirty="0"/>
              <a:t>textuelle Darstellung Entwicklungshistorie</a:t>
            </a:r>
          </a:p>
          <a:p>
            <a:endParaRPr lang="de-DE" b="1" dirty="0"/>
          </a:p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 –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graph</a:t>
            </a:r>
            <a:r>
              <a:rPr lang="de-DE" dirty="0"/>
              <a:t> 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– </a:t>
            </a:r>
            <a:r>
              <a:rPr lang="de-DE" b="1" dirty="0"/>
              <a:t>rudimentäre</a:t>
            </a:r>
            <a:r>
              <a:rPr lang="de-DE" dirty="0"/>
              <a:t> graphisch Darstellung</a:t>
            </a:r>
          </a:p>
          <a:p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r>
              <a:rPr lang="de-DE" dirty="0"/>
              <a:t>viele Filterungsmöglichkeiten: (Beispiele)</a:t>
            </a:r>
          </a:p>
          <a:p>
            <a:pPr lvl="1"/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lvl="1"/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 --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author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=“Frank Zimmer“ --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oneline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</a:p>
          <a:p>
            <a:pPr lvl="1"/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lvl="1">
              <a:lnSpc>
                <a:spcPct val="110000"/>
              </a:lnSpc>
            </a:pP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 --after “2.hours“ --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before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“1.hours“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3B2322"/>
                </a:solidFill>
                <a:sym typeface="Wingdings" pitchFamily="2" charset="2"/>
              </a:rPr>
              <a:t>   zeigt </a:t>
            </a:r>
            <a:r>
              <a:rPr lang="de-DE" dirty="0" err="1">
                <a:solidFill>
                  <a:srgbClr val="3B2322"/>
                </a:solidFill>
                <a:sym typeface="Wingdings" pitchFamily="2" charset="2"/>
              </a:rPr>
              <a:t>Commits</a:t>
            </a:r>
            <a:r>
              <a:rPr lang="de-DE" dirty="0">
                <a:solidFill>
                  <a:srgbClr val="3B2322"/>
                </a:solidFill>
                <a:sym typeface="Wingdings" pitchFamily="2" charset="2"/>
              </a:rPr>
              <a:t> an, die im Zeitraum von vor 2 Stunden  bis 1 Stunde  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3B2322"/>
                </a:solidFill>
                <a:sym typeface="Wingdings" pitchFamily="2" charset="2"/>
              </a:rPr>
              <a:t>   gemacht wurden</a:t>
            </a:r>
          </a:p>
          <a:p>
            <a:pPr lvl="1"/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914400" lvl="2" indent="0">
              <a:buNone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6FC82F72-C038-C2A2-81C4-F8193E8AC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527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AC89-7B66-3700-6EDE-3165D3786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2AAF2D-19E9-BAB0-1591-8A7DAFECC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Historie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7CA24D-9A6B-9DB6-C247-CDA8D735C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693"/>
            <a:ext cx="10945305" cy="5036091"/>
          </a:xfrm>
        </p:spPr>
        <p:txBody>
          <a:bodyPr>
            <a:normAutofit/>
          </a:bodyPr>
          <a:lstStyle/>
          <a:p>
            <a:r>
              <a:rPr lang="de-DE" b="1" dirty="0"/>
              <a:t>viele Formatierungsmöglichkeiten</a:t>
            </a:r>
          </a:p>
          <a:p>
            <a:pPr lvl="1"/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 --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pretty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=“%an %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ar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%s“ </a:t>
            </a:r>
          </a:p>
          <a:p>
            <a:pPr marL="457200" lvl="1" indent="0">
              <a:buNone/>
            </a:pPr>
            <a:r>
              <a:rPr lang="de-DE" dirty="0">
                <a:solidFill>
                  <a:srgbClr val="3B2322"/>
                </a:solidFill>
                <a:latin typeface="Courier" pitchFamily="2" charset="0"/>
                <a:sym typeface="Wingdings" pitchFamily="2" charset="2"/>
              </a:rPr>
              <a:t> </a:t>
            </a:r>
            <a:r>
              <a:rPr lang="de-DE" dirty="0">
                <a:solidFill>
                  <a:srgbClr val="3B2322"/>
                </a:solidFill>
                <a:sym typeface="Wingdings" pitchFamily="2" charset="2"/>
              </a:rPr>
              <a:t>%an=Autorname, %</a:t>
            </a:r>
            <a:r>
              <a:rPr lang="de-DE" dirty="0" err="1">
                <a:solidFill>
                  <a:srgbClr val="3B2322"/>
                </a:solidFill>
                <a:sym typeface="Wingdings" pitchFamily="2" charset="2"/>
              </a:rPr>
              <a:t>ar</a:t>
            </a:r>
            <a:r>
              <a:rPr lang="de-DE" dirty="0">
                <a:solidFill>
                  <a:srgbClr val="3B2322"/>
                </a:solidFill>
                <a:sym typeface="Wingdings" pitchFamily="2" charset="2"/>
              </a:rPr>
              <a:t>=relative Zeitangabe, %s=erste Zeile Commit-Nachricht</a:t>
            </a:r>
            <a:endParaRPr lang="de-DE" dirty="0"/>
          </a:p>
          <a:p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0E769B5E-00FD-AA2A-95CB-6A0A071AA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C2A04EBE-874B-3784-E43F-59771C5A4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04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B2004-A22A-6DCD-12E5-8DADD4B31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FFA871-BD7E-650A-F8D0-408AB78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9873" y="-28877"/>
            <a:ext cx="10515600" cy="1325563"/>
          </a:xfrm>
        </p:spPr>
        <p:txBody>
          <a:bodyPr/>
          <a:lstStyle/>
          <a:p>
            <a:r>
              <a:rPr lang="de-DE" dirty="0"/>
              <a:t>Historie- Graphische Werkzeuge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527DDC02-B5A5-9128-C40E-95ED1C287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FAA72685-2CE7-2749-7C6F-4BED4AF96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he `gitk` history viewer">
            <a:extLst>
              <a:ext uri="{FF2B5EF4-FFF2-40B4-BE49-F238E27FC236}">
                <a16:creationId xmlns:a16="http://schemas.microsoft.com/office/drawing/2014/main" id="{04498DEE-098E-60DD-F31B-7B949285E8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93" y="1308522"/>
            <a:ext cx="3332018" cy="2411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 descr="Ein Bild, das Text, Screenshot enthält.&#10;&#10;KI-generierte Inhalte können fehlerhaft sein.">
            <a:extLst>
              <a:ext uri="{FF2B5EF4-FFF2-40B4-BE49-F238E27FC236}">
                <a16:creationId xmlns:a16="http://schemas.microsoft.com/office/drawing/2014/main" id="{C6D2C29F-7548-69E7-7972-8AC61980D3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93" y="3918296"/>
            <a:ext cx="4251370" cy="228235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FA6B4261-0D9E-BE8A-EBCE-12AF67075572}"/>
              </a:ext>
            </a:extLst>
          </p:cNvPr>
          <p:cNvSpPr txBox="1"/>
          <p:nvPr/>
        </p:nvSpPr>
        <p:spPr>
          <a:xfrm>
            <a:off x="852293" y="6227967"/>
            <a:ext cx="29881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Git</a:t>
            </a:r>
            <a:r>
              <a:rPr lang="de-DE" sz="2800" dirty="0"/>
              <a:t> Graph </a:t>
            </a:r>
            <a:r>
              <a:rPr lang="de-DE" sz="2800" dirty="0" err="1"/>
              <a:t>VSCode</a:t>
            </a:r>
            <a:endParaRPr lang="de-DE" sz="28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23263CC-41CF-78B4-C967-28C127E3F3B5}"/>
              </a:ext>
            </a:extLst>
          </p:cNvPr>
          <p:cNvSpPr txBox="1"/>
          <p:nvPr/>
        </p:nvSpPr>
        <p:spPr>
          <a:xfrm>
            <a:off x="8007691" y="3458424"/>
            <a:ext cx="1694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GitKraken</a:t>
            </a:r>
            <a:endParaRPr lang="de-DE" sz="2800" dirty="0"/>
          </a:p>
        </p:txBody>
      </p:sp>
      <p:pic>
        <p:nvPicPr>
          <p:cNvPr id="2050" name="Picture 2" descr="GitHub Student Developer Pack | Free ...">
            <a:extLst>
              <a:ext uri="{FF2B5EF4-FFF2-40B4-BE49-F238E27FC236}">
                <a16:creationId xmlns:a16="http://schemas.microsoft.com/office/drawing/2014/main" id="{79CDC071-53BC-E890-F6CB-A068C6C7C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2009" y="1308522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0C600357-A224-72A3-4ACB-52154DEE4FEB}"/>
              </a:ext>
            </a:extLst>
          </p:cNvPr>
          <p:cNvSpPr txBox="1"/>
          <p:nvPr/>
        </p:nvSpPr>
        <p:spPr>
          <a:xfrm>
            <a:off x="4729656" y="2056146"/>
            <a:ext cx="734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gitk</a:t>
            </a:r>
            <a:endParaRPr lang="de-DE" sz="2800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D1A431F-D20A-BD31-3321-0A0060D1D8CC}"/>
              </a:ext>
            </a:extLst>
          </p:cNvPr>
          <p:cNvSpPr txBox="1"/>
          <p:nvPr/>
        </p:nvSpPr>
        <p:spPr>
          <a:xfrm>
            <a:off x="6317673" y="487480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</a:t>
            </a:r>
            <a:r>
              <a:rPr lang="de-DE" dirty="0" err="1"/>
              <a:t>git-scm.com</a:t>
            </a:r>
            <a:r>
              <a:rPr lang="de-DE" dirty="0"/>
              <a:t>/</a:t>
            </a:r>
            <a:r>
              <a:rPr lang="de-DE" dirty="0" err="1"/>
              <a:t>downloads</a:t>
            </a:r>
            <a:r>
              <a:rPr lang="de-DE" dirty="0"/>
              <a:t>/</a:t>
            </a:r>
            <a:r>
              <a:rPr lang="de-DE" dirty="0" err="1"/>
              <a:t>guis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6617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42EE9-BD7D-863B-39D7-A3F59F2DE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37441F69-4265-9111-E357-5F3184948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76D90442-9AFB-BE1D-0F35-09A7AE523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958792C9-C773-9753-8E03-012526D7137E}"/>
              </a:ext>
            </a:extLst>
          </p:cNvPr>
          <p:cNvSpPr txBox="1">
            <a:spLocks/>
          </p:cNvSpPr>
          <p:nvPr/>
        </p:nvSpPr>
        <p:spPr>
          <a:xfrm>
            <a:off x="742507" y="-62517"/>
            <a:ext cx="10515600" cy="937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5400" dirty="0"/>
              <a:t>Übungen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51E55D1-C997-4828-FF0E-0E4613A72769}"/>
              </a:ext>
            </a:extLst>
          </p:cNvPr>
          <p:cNvSpPr txBox="1">
            <a:spLocks/>
          </p:cNvSpPr>
          <p:nvPr/>
        </p:nvSpPr>
        <p:spPr>
          <a:xfrm>
            <a:off x="838200" y="535009"/>
            <a:ext cx="10515600" cy="58770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Lass Dir die Entwicklung Deines </a:t>
            </a:r>
            <a:r>
              <a:rPr lang="de-DE" dirty="0" err="1"/>
              <a:t>Repositories</a:t>
            </a:r>
            <a:r>
              <a:rPr lang="de-DE" dirty="0"/>
              <a:t> mittels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 </a:t>
            </a:r>
            <a:r>
              <a:rPr lang="de-DE" dirty="0"/>
              <a:t>anzeigen.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Nutze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log </a:t>
            </a:r>
            <a:r>
              <a:rPr lang="de-DE" dirty="0"/>
              <a:t>mit 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before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/>
              <a:t>und  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after </a:t>
            </a:r>
            <a:r>
              <a:rPr lang="de-DE" dirty="0"/>
              <a:t>sowie recht natürlicher Sprache, um die Zeit einzuschränken.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Mit den Webseiten 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dirty="0">
                <a:hlinkClick r:id="rId4"/>
              </a:rPr>
              <a:t>https://git-scm.com/docs/git-log</a:t>
            </a:r>
            <a:r>
              <a:rPr lang="de-DE" sz="2400" dirty="0"/>
              <a:t> oder</a:t>
            </a:r>
          </a:p>
          <a:p>
            <a:pPr marL="914400" lvl="1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400" dirty="0"/>
              <a:t> </a:t>
            </a:r>
            <a:r>
              <a:rPr lang="de-DE" sz="2400" dirty="0">
                <a:hlinkClick r:id="rId5"/>
              </a:rPr>
              <a:t>https://git-scm.com/docs/git-log#_commit_limiting</a:t>
            </a:r>
            <a:r>
              <a:rPr lang="de-DE" sz="2400" dirty="0"/>
              <a:t> </a:t>
            </a:r>
          </a:p>
          <a:p>
            <a:pPr lvl="1" algn="l">
              <a:lnSpc>
                <a:spcPct val="150000"/>
              </a:lnSpc>
            </a:pPr>
            <a:r>
              <a:rPr lang="de-DE" sz="2400" dirty="0"/>
              <a:t>kann man mehr zum Filter von Logs lernen. Nutze dies aus, um Dein Repository zu untersuchen.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Nutze </a:t>
            </a:r>
            <a:r>
              <a:rPr lang="de-DE" dirty="0">
                <a:hlinkClick r:id="rId6"/>
              </a:rPr>
              <a:t>https://git-scm.com/docs/git-log#_commit_formatting</a:t>
            </a:r>
            <a:r>
              <a:rPr lang="de-DE" dirty="0"/>
              <a:t> um die Formatierung der Log-Ausgabe anzupassen.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4422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Arbeiten mit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54B2041D-049F-622C-D2E6-76EB8905E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38151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3" y="106813"/>
            <a:ext cx="10515600" cy="1325563"/>
          </a:xfrm>
        </p:spPr>
        <p:txBody>
          <a:bodyPr/>
          <a:lstStyle/>
          <a:p>
            <a:r>
              <a:rPr lang="de-DE" dirty="0"/>
              <a:t>Arbeiten mit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429DE3-E38B-BB44-8862-0D14229DE9F2}"/>
              </a:ext>
            </a:extLst>
          </p:cNvPr>
          <p:cNvSpPr/>
          <p:nvPr/>
        </p:nvSpPr>
        <p:spPr>
          <a:xfrm>
            <a:off x="5633350" y="3498378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055df3a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E8A3795-8A7D-7248-A4B4-6DEF1D18F45C}"/>
              </a:ext>
            </a:extLst>
          </p:cNvPr>
          <p:cNvSpPr/>
          <p:nvPr/>
        </p:nvSpPr>
        <p:spPr>
          <a:xfrm>
            <a:off x="1068784" y="3498379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3b7df6a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873B809-FCA4-0943-B1AB-26528E8CD180}"/>
              </a:ext>
            </a:extLst>
          </p:cNvPr>
          <p:cNvSpPr/>
          <p:nvPr/>
        </p:nvSpPr>
        <p:spPr>
          <a:xfrm>
            <a:off x="3351067" y="3498377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2f95b21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C6579E0-0F34-3F4B-96EA-A71D3361344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49623" y="3877519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8B882C-E733-0D45-A2D4-9AB6F059E669}"/>
              </a:ext>
            </a:extLst>
          </p:cNvPr>
          <p:cNvCxnSpPr>
            <a:cxnSpLocks/>
          </p:cNvCxnSpPr>
          <p:nvPr/>
        </p:nvCxnSpPr>
        <p:spPr>
          <a:xfrm flipV="1">
            <a:off x="5231906" y="3877518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EBBAD0D-8613-2441-A8FA-7762CB8A08BB}"/>
              </a:ext>
            </a:extLst>
          </p:cNvPr>
          <p:cNvCxnSpPr>
            <a:cxnSpLocks/>
          </p:cNvCxnSpPr>
          <p:nvPr/>
        </p:nvCxnSpPr>
        <p:spPr>
          <a:xfrm>
            <a:off x="6573769" y="3106839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3BA7CA28-754E-1946-A1E1-492A1EAD0AE4}"/>
              </a:ext>
            </a:extLst>
          </p:cNvPr>
          <p:cNvSpPr/>
          <p:nvPr/>
        </p:nvSpPr>
        <p:spPr>
          <a:xfrm>
            <a:off x="5633349" y="2360953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</a:t>
            </a:r>
            <a:endParaRPr lang="de-DE" dirty="0"/>
          </a:p>
        </p:txBody>
      </p:sp>
      <p:sp>
        <p:nvSpPr>
          <p:cNvPr id="20" name="Abgerundetes Rechteck 19">
            <a:extLst>
              <a:ext uri="{FF2B5EF4-FFF2-40B4-BE49-F238E27FC236}">
                <a16:creationId xmlns:a16="http://schemas.microsoft.com/office/drawing/2014/main" id="{C4CEF0A1-5E48-384A-B3CF-8F069C022229}"/>
              </a:ext>
            </a:extLst>
          </p:cNvPr>
          <p:cNvSpPr/>
          <p:nvPr/>
        </p:nvSpPr>
        <p:spPr>
          <a:xfrm>
            <a:off x="5633349" y="1223529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18D8699A-9B58-6F44-BB03-AE8B788098D2}"/>
              </a:ext>
            </a:extLst>
          </p:cNvPr>
          <p:cNvCxnSpPr>
            <a:cxnSpLocks/>
          </p:cNvCxnSpPr>
          <p:nvPr/>
        </p:nvCxnSpPr>
        <p:spPr>
          <a:xfrm>
            <a:off x="6573768" y="1969415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DD4EED8B-2BE6-8B4C-82F4-4E3508331AC4}"/>
              </a:ext>
            </a:extLst>
          </p:cNvPr>
          <p:cNvSpPr txBox="1"/>
          <p:nvPr/>
        </p:nvSpPr>
        <p:spPr>
          <a:xfrm>
            <a:off x="3334233" y="2530670"/>
            <a:ext cx="1719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aktueller </a:t>
            </a:r>
            <a:r>
              <a:rPr lang="de-DE" dirty="0" err="1"/>
              <a:t>Branch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22C28690-D015-A245-8730-D7DF4DC4EC32}"/>
              </a:ext>
            </a:extLst>
          </p:cNvPr>
          <p:cNvCxnSpPr/>
          <p:nvPr/>
        </p:nvCxnSpPr>
        <p:spPr>
          <a:xfrm>
            <a:off x="5142696" y="2744423"/>
            <a:ext cx="401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5CA59C86-96CE-0046-AD52-A3E98898AE32}"/>
              </a:ext>
            </a:extLst>
          </p:cNvPr>
          <p:cNvSpPr txBox="1"/>
          <p:nvPr/>
        </p:nvSpPr>
        <p:spPr>
          <a:xfrm>
            <a:off x="905632" y="1368864"/>
            <a:ext cx="4326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Zeigt an, das </a:t>
            </a:r>
            <a:r>
              <a:rPr lang="de-DE" i="1" dirty="0" err="1"/>
              <a:t>main</a:t>
            </a:r>
            <a:r>
              <a:rPr lang="de-DE" dirty="0"/>
              <a:t> aktuell ausgecheckter </a:t>
            </a:r>
            <a:r>
              <a:rPr lang="de-DE" dirty="0" err="1"/>
              <a:t>Branch</a:t>
            </a:r>
            <a:endParaRPr lang="de-DE" dirty="0"/>
          </a:p>
        </p:txBody>
      </p:sp>
      <p:cxnSp>
        <p:nvCxnSpPr>
          <p:cNvPr id="26" name="Gerade Verbindung mit Pfeil 25">
            <a:extLst>
              <a:ext uri="{FF2B5EF4-FFF2-40B4-BE49-F238E27FC236}">
                <a16:creationId xmlns:a16="http://schemas.microsoft.com/office/drawing/2014/main" id="{614B70A2-D4B3-F24D-B6E8-81FD6F46C1CC}"/>
              </a:ext>
            </a:extLst>
          </p:cNvPr>
          <p:cNvCxnSpPr/>
          <p:nvPr/>
        </p:nvCxnSpPr>
        <p:spPr>
          <a:xfrm>
            <a:off x="5142695" y="1597362"/>
            <a:ext cx="401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CDC3B9E9-BEEF-4446-B1E9-738D520CDFC2}"/>
              </a:ext>
            </a:extLst>
          </p:cNvPr>
          <p:cNvSpPr txBox="1"/>
          <p:nvPr/>
        </p:nvSpPr>
        <p:spPr>
          <a:xfrm>
            <a:off x="1879238" y="4641279"/>
            <a:ext cx="326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branch</a:t>
            </a:r>
            <a:r>
              <a:rPr lang="de-DE" dirty="0"/>
              <a:t> </a:t>
            </a:r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E9C60F2F-A794-4B44-B079-A49D0A46D869}"/>
              </a:ext>
            </a:extLst>
          </p:cNvPr>
          <p:cNvSpPr/>
          <p:nvPr/>
        </p:nvSpPr>
        <p:spPr>
          <a:xfrm>
            <a:off x="5642748" y="4635801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69942032-01CB-BA41-A031-E80997A8054E}"/>
              </a:ext>
            </a:extLst>
          </p:cNvPr>
          <p:cNvSpPr txBox="1"/>
          <p:nvPr/>
        </p:nvSpPr>
        <p:spPr>
          <a:xfrm>
            <a:off x="1850885" y="5010611"/>
            <a:ext cx="3288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Erzeugt </a:t>
            </a:r>
            <a:r>
              <a:rPr lang="de-DE" dirty="0" err="1"/>
              <a:t>Branch</a:t>
            </a:r>
            <a:r>
              <a:rPr lang="de-DE" dirty="0"/>
              <a:t> </a:t>
            </a:r>
            <a:r>
              <a:rPr lang="de-DE" dirty="0" err="1"/>
              <a:t>awesome</a:t>
            </a:r>
            <a:r>
              <a:rPr lang="de-DE" dirty="0"/>
              <a:t>-feature</a:t>
            </a:r>
          </a:p>
          <a:p>
            <a:r>
              <a:rPr lang="de-DE" dirty="0"/>
              <a:t>auf Basis von Commit 055df3a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43CE72D-EC67-2D44-8BEA-621672EE995B}"/>
              </a:ext>
            </a:extLst>
          </p:cNvPr>
          <p:cNvCxnSpPr>
            <a:cxnSpLocks/>
            <a:stCxn id="28" idx="0"/>
            <a:endCxn id="4" idx="2"/>
          </p:cNvCxnSpPr>
          <p:nvPr/>
        </p:nvCxnSpPr>
        <p:spPr>
          <a:xfrm flipH="1" flipV="1">
            <a:off x="6573770" y="4256661"/>
            <a:ext cx="9398" cy="379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BE822802-8530-694E-B758-1AC14D06B7EE}"/>
              </a:ext>
            </a:extLst>
          </p:cNvPr>
          <p:cNvSpPr txBox="1"/>
          <p:nvPr/>
        </p:nvSpPr>
        <p:spPr>
          <a:xfrm>
            <a:off x="8302792" y="5387360"/>
            <a:ext cx="28504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switch/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checkout</a:t>
            </a:r>
            <a:r>
              <a:rPr lang="de-DE" dirty="0"/>
              <a:t> </a:t>
            </a:r>
          </a:p>
          <a:p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sp>
        <p:nvSpPr>
          <p:cNvPr id="35" name="Abgerundetes Rechteck 34">
            <a:extLst>
              <a:ext uri="{FF2B5EF4-FFF2-40B4-BE49-F238E27FC236}">
                <a16:creationId xmlns:a16="http://schemas.microsoft.com/office/drawing/2014/main" id="{B6257DE7-EE2E-D442-80BD-285D41A75F34}"/>
              </a:ext>
            </a:extLst>
          </p:cNvPr>
          <p:cNvSpPr/>
          <p:nvPr/>
        </p:nvSpPr>
        <p:spPr>
          <a:xfrm>
            <a:off x="5642748" y="5778244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9D1A647-5EA4-8644-AAFE-8B598A097848}"/>
              </a:ext>
            </a:extLst>
          </p:cNvPr>
          <p:cNvCxnSpPr>
            <a:cxnSpLocks/>
          </p:cNvCxnSpPr>
          <p:nvPr/>
        </p:nvCxnSpPr>
        <p:spPr>
          <a:xfrm flipH="1" flipV="1">
            <a:off x="6569069" y="5389180"/>
            <a:ext cx="9398" cy="379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1D167451-BA50-C24F-AE4E-074E22FFFE22}"/>
              </a:ext>
            </a:extLst>
          </p:cNvPr>
          <p:cNvSpPr txBox="1"/>
          <p:nvPr/>
        </p:nvSpPr>
        <p:spPr>
          <a:xfrm>
            <a:off x="8302792" y="6008489"/>
            <a:ext cx="2999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Ausgecheckter </a:t>
            </a:r>
            <a:r>
              <a:rPr lang="de-DE" dirty="0" err="1"/>
              <a:t>Branch</a:t>
            </a:r>
            <a:r>
              <a:rPr lang="de-DE" dirty="0"/>
              <a:t> ist jetzt</a:t>
            </a:r>
          </a:p>
          <a:p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2693DDDB-588C-FF4E-AFA3-70A9B89EFE26}"/>
              </a:ext>
            </a:extLst>
          </p:cNvPr>
          <p:cNvCxnSpPr/>
          <p:nvPr/>
        </p:nvCxnSpPr>
        <p:spPr>
          <a:xfrm>
            <a:off x="5142695" y="5019509"/>
            <a:ext cx="401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49EC0663-0269-4743-8528-15FCC5338E22}"/>
              </a:ext>
            </a:extLst>
          </p:cNvPr>
          <p:cNvCxnSpPr>
            <a:cxnSpLocks/>
          </p:cNvCxnSpPr>
          <p:nvPr/>
        </p:nvCxnSpPr>
        <p:spPr>
          <a:xfrm flipH="1">
            <a:off x="7644121" y="6157385"/>
            <a:ext cx="613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B91894D7-2547-9EF2-DB44-7F6FE1B69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147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2" grpId="0"/>
      <p:bldP spid="22" grpId="1"/>
      <p:bldP spid="25" grpId="0"/>
      <p:bldP spid="25" grpId="1"/>
      <p:bldP spid="27" grpId="0"/>
      <p:bldP spid="27" grpId="1"/>
      <p:bldP spid="28" grpId="0" animBg="1"/>
      <p:bldP spid="29" grpId="0"/>
      <p:bldP spid="29" grpId="1"/>
      <p:bldP spid="34" grpId="0"/>
      <p:bldP spid="35" grpId="0" animBg="1"/>
      <p:bldP spid="3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3" y="106813"/>
            <a:ext cx="10515600" cy="1325563"/>
          </a:xfrm>
        </p:spPr>
        <p:txBody>
          <a:bodyPr/>
          <a:lstStyle/>
          <a:p>
            <a:r>
              <a:rPr lang="de-DE" dirty="0"/>
              <a:t>Arbeiten mit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429DE3-E38B-BB44-8862-0D14229DE9F2}"/>
              </a:ext>
            </a:extLst>
          </p:cNvPr>
          <p:cNvSpPr/>
          <p:nvPr/>
        </p:nvSpPr>
        <p:spPr>
          <a:xfrm>
            <a:off x="5633350" y="3498378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055df3a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E8A3795-8A7D-7248-A4B4-6DEF1D18F45C}"/>
              </a:ext>
            </a:extLst>
          </p:cNvPr>
          <p:cNvSpPr/>
          <p:nvPr/>
        </p:nvSpPr>
        <p:spPr>
          <a:xfrm>
            <a:off x="1068784" y="3498379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3b7df6a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873B809-FCA4-0943-B1AB-26528E8CD180}"/>
              </a:ext>
            </a:extLst>
          </p:cNvPr>
          <p:cNvSpPr/>
          <p:nvPr/>
        </p:nvSpPr>
        <p:spPr>
          <a:xfrm>
            <a:off x="3351067" y="3498377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2f95b21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C6579E0-0F34-3F4B-96EA-A71D3361344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49623" y="3877519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8B882C-E733-0D45-A2D4-9AB6F059E669}"/>
              </a:ext>
            </a:extLst>
          </p:cNvPr>
          <p:cNvCxnSpPr>
            <a:cxnSpLocks/>
          </p:cNvCxnSpPr>
          <p:nvPr/>
        </p:nvCxnSpPr>
        <p:spPr>
          <a:xfrm flipV="1">
            <a:off x="5231906" y="3877518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EBBAD0D-8613-2441-A8FA-7762CB8A08BB}"/>
              </a:ext>
            </a:extLst>
          </p:cNvPr>
          <p:cNvCxnSpPr>
            <a:cxnSpLocks/>
          </p:cNvCxnSpPr>
          <p:nvPr/>
        </p:nvCxnSpPr>
        <p:spPr>
          <a:xfrm>
            <a:off x="6573769" y="3106839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3BA7CA28-754E-1946-A1E1-492A1EAD0AE4}"/>
              </a:ext>
            </a:extLst>
          </p:cNvPr>
          <p:cNvSpPr/>
          <p:nvPr/>
        </p:nvSpPr>
        <p:spPr>
          <a:xfrm>
            <a:off x="5633349" y="2360953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22C28690-D015-A245-8730-D7DF4DC4EC32}"/>
              </a:ext>
            </a:extLst>
          </p:cNvPr>
          <p:cNvCxnSpPr/>
          <p:nvPr/>
        </p:nvCxnSpPr>
        <p:spPr>
          <a:xfrm>
            <a:off x="5142696" y="2744423"/>
            <a:ext cx="4014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bgerundetes Rechteck 27">
            <a:extLst>
              <a:ext uri="{FF2B5EF4-FFF2-40B4-BE49-F238E27FC236}">
                <a16:creationId xmlns:a16="http://schemas.microsoft.com/office/drawing/2014/main" id="{E9C60F2F-A794-4B44-B079-A49D0A46D869}"/>
              </a:ext>
            </a:extLst>
          </p:cNvPr>
          <p:cNvSpPr/>
          <p:nvPr/>
        </p:nvSpPr>
        <p:spPr>
          <a:xfrm>
            <a:off x="5642748" y="4635801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B43CE72D-EC67-2D44-8BEA-621672EE995B}"/>
              </a:ext>
            </a:extLst>
          </p:cNvPr>
          <p:cNvCxnSpPr>
            <a:cxnSpLocks/>
            <a:stCxn id="28" idx="0"/>
            <a:endCxn id="4" idx="2"/>
          </p:cNvCxnSpPr>
          <p:nvPr/>
        </p:nvCxnSpPr>
        <p:spPr>
          <a:xfrm flipH="1" flipV="1">
            <a:off x="6573770" y="4256661"/>
            <a:ext cx="9398" cy="379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BE822802-8530-694E-B758-1AC14D06B7EE}"/>
              </a:ext>
            </a:extLst>
          </p:cNvPr>
          <p:cNvSpPr txBox="1"/>
          <p:nvPr/>
        </p:nvSpPr>
        <p:spPr>
          <a:xfrm>
            <a:off x="8257623" y="5639157"/>
            <a:ext cx="3539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checkout</a:t>
            </a:r>
            <a:r>
              <a:rPr lang="de-DE" dirty="0"/>
              <a:t> </a:t>
            </a:r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sp>
        <p:nvSpPr>
          <p:cNvPr id="35" name="Abgerundetes Rechteck 34">
            <a:extLst>
              <a:ext uri="{FF2B5EF4-FFF2-40B4-BE49-F238E27FC236}">
                <a16:creationId xmlns:a16="http://schemas.microsoft.com/office/drawing/2014/main" id="{B6257DE7-EE2E-D442-80BD-285D41A75F34}"/>
              </a:ext>
            </a:extLst>
          </p:cNvPr>
          <p:cNvSpPr/>
          <p:nvPr/>
        </p:nvSpPr>
        <p:spPr>
          <a:xfrm>
            <a:off x="5642748" y="5778244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39D1A647-5EA4-8644-AAFE-8B598A097848}"/>
              </a:ext>
            </a:extLst>
          </p:cNvPr>
          <p:cNvCxnSpPr>
            <a:cxnSpLocks/>
          </p:cNvCxnSpPr>
          <p:nvPr/>
        </p:nvCxnSpPr>
        <p:spPr>
          <a:xfrm flipH="1" flipV="1">
            <a:off x="6569069" y="5389180"/>
            <a:ext cx="9398" cy="379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feld 36">
            <a:extLst>
              <a:ext uri="{FF2B5EF4-FFF2-40B4-BE49-F238E27FC236}">
                <a16:creationId xmlns:a16="http://schemas.microsoft.com/office/drawing/2014/main" id="{1D167451-BA50-C24F-AE4E-074E22FFFE22}"/>
              </a:ext>
            </a:extLst>
          </p:cNvPr>
          <p:cNvSpPr txBox="1"/>
          <p:nvPr/>
        </p:nvSpPr>
        <p:spPr>
          <a:xfrm>
            <a:off x="8302792" y="6008489"/>
            <a:ext cx="29998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Ausgecheckter </a:t>
            </a:r>
            <a:r>
              <a:rPr lang="de-DE" dirty="0" err="1"/>
              <a:t>Branch</a:t>
            </a:r>
            <a:r>
              <a:rPr lang="de-DE" dirty="0"/>
              <a:t> ist jetzt</a:t>
            </a:r>
          </a:p>
          <a:p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49EC0663-0269-4743-8528-15FCC5338E22}"/>
              </a:ext>
            </a:extLst>
          </p:cNvPr>
          <p:cNvCxnSpPr>
            <a:cxnSpLocks/>
          </p:cNvCxnSpPr>
          <p:nvPr/>
        </p:nvCxnSpPr>
        <p:spPr>
          <a:xfrm flipH="1">
            <a:off x="7644121" y="6157385"/>
            <a:ext cx="6135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D9EA1BEB-9E7C-5C4E-BFB8-9E7C5EAD630F}"/>
              </a:ext>
            </a:extLst>
          </p:cNvPr>
          <p:cNvSpPr/>
          <p:nvPr/>
        </p:nvSpPr>
        <p:spPr>
          <a:xfrm>
            <a:off x="7909753" y="3498376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cdaf95d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73720CEB-F2A4-7142-A8FA-67A3D9B0B1D3}"/>
              </a:ext>
            </a:extLst>
          </p:cNvPr>
          <p:cNvSpPr/>
          <p:nvPr/>
        </p:nvSpPr>
        <p:spPr>
          <a:xfrm>
            <a:off x="7909753" y="4630897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C78B909E-BFE3-B748-BE17-63285043697F}"/>
              </a:ext>
            </a:extLst>
          </p:cNvPr>
          <p:cNvCxnSpPr>
            <a:cxnSpLocks/>
          </p:cNvCxnSpPr>
          <p:nvPr/>
        </p:nvCxnSpPr>
        <p:spPr>
          <a:xfrm flipH="1" flipV="1">
            <a:off x="8845473" y="4246851"/>
            <a:ext cx="9398" cy="379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6917CF8-4837-1A42-8117-D2C38959AC77}"/>
              </a:ext>
            </a:extLst>
          </p:cNvPr>
          <p:cNvCxnSpPr>
            <a:cxnSpLocks/>
          </p:cNvCxnSpPr>
          <p:nvPr/>
        </p:nvCxnSpPr>
        <p:spPr>
          <a:xfrm flipV="1">
            <a:off x="7508309" y="3887441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Abgerundetes Rechteck 46">
            <a:extLst>
              <a:ext uri="{FF2B5EF4-FFF2-40B4-BE49-F238E27FC236}">
                <a16:creationId xmlns:a16="http://schemas.microsoft.com/office/drawing/2014/main" id="{16E6A561-D80B-6B44-BAAD-37F5E750AB9B}"/>
              </a:ext>
            </a:extLst>
          </p:cNvPr>
          <p:cNvSpPr/>
          <p:nvPr/>
        </p:nvSpPr>
        <p:spPr>
          <a:xfrm>
            <a:off x="7905053" y="5778243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C3F1D085-BB24-7844-BF2B-E479C2E09C96}"/>
              </a:ext>
            </a:extLst>
          </p:cNvPr>
          <p:cNvCxnSpPr>
            <a:cxnSpLocks/>
          </p:cNvCxnSpPr>
          <p:nvPr/>
        </p:nvCxnSpPr>
        <p:spPr>
          <a:xfrm flipH="1" flipV="1">
            <a:off x="8845473" y="5386313"/>
            <a:ext cx="9398" cy="379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feld 32">
            <a:extLst>
              <a:ext uri="{FF2B5EF4-FFF2-40B4-BE49-F238E27FC236}">
                <a16:creationId xmlns:a16="http://schemas.microsoft.com/office/drawing/2014/main" id="{A72B02B8-19E2-F04D-A13D-E4DF715694E2}"/>
              </a:ext>
            </a:extLst>
          </p:cNvPr>
          <p:cNvSpPr txBox="1"/>
          <p:nvPr/>
        </p:nvSpPr>
        <p:spPr>
          <a:xfrm>
            <a:off x="8063848" y="2662304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commit</a:t>
            </a:r>
            <a:endParaRPr lang="de-DE" dirty="0"/>
          </a:p>
        </p:txBody>
      </p: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3D9DEA9C-D0A2-5C47-876A-87D347A89412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8845472" y="3031636"/>
            <a:ext cx="9399" cy="389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C21922F4-518B-CC4F-88F7-60A47D2C1858}"/>
              </a:ext>
            </a:extLst>
          </p:cNvPr>
          <p:cNvSpPr/>
          <p:nvPr/>
        </p:nvSpPr>
        <p:spPr>
          <a:xfrm>
            <a:off x="5627470" y="1224433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FBA3706-0876-4344-A09D-5B86161456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567889" y="1991144"/>
            <a:ext cx="5880" cy="36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Textfeld 48">
            <a:extLst>
              <a:ext uri="{FF2B5EF4-FFF2-40B4-BE49-F238E27FC236}">
                <a16:creationId xmlns:a16="http://schemas.microsoft.com/office/drawing/2014/main" id="{3BC922A2-995F-4B4F-98BA-39DD49627C7D}"/>
              </a:ext>
            </a:extLst>
          </p:cNvPr>
          <p:cNvSpPr txBox="1"/>
          <p:nvPr/>
        </p:nvSpPr>
        <p:spPr>
          <a:xfrm>
            <a:off x="2651587" y="2549953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checkout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/>
              <a:t>main</a:t>
            </a:r>
            <a:endParaRPr lang="de-DE" dirty="0"/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DC685242-58F0-DDDB-45DB-D9E7D8136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143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4" grpId="0"/>
      <p:bldP spid="35" grpId="0" animBg="1"/>
      <p:bldP spid="37" grpId="0"/>
      <p:bldP spid="43" grpId="0" animBg="1"/>
      <p:bldP spid="44" grpId="0" animBg="1"/>
      <p:bldP spid="47" grpId="0" animBg="1"/>
      <p:bldP spid="47" grpId="1" animBg="1"/>
      <p:bldP spid="33" grpId="0"/>
      <p:bldP spid="33" grpId="1"/>
      <p:bldP spid="41" grpId="0" animBg="1"/>
      <p:bldP spid="4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3" y="106813"/>
            <a:ext cx="10515600" cy="1325563"/>
          </a:xfrm>
        </p:spPr>
        <p:txBody>
          <a:bodyPr/>
          <a:lstStyle/>
          <a:p>
            <a:r>
              <a:rPr lang="de-DE" dirty="0"/>
              <a:t>Arbeiten mit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429DE3-E38B-BB44-8862-0D14229DE9F2}"/>
              </a:ext>
            </a:extLst>
          </p:cNvPr>
          <p:cNvSpPr/>
          <p:nvPr/>
        </p:nvSpPr>
        <p:spPr>
          <a:xfrm>
            <a:off x="5633350" y="3498378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055df3a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E8A3795-8A7D-7248-A4B4-6DEF1D18F45C}"/>
              </a:ext>
            </a:extLst>
          </p:cNvPr>
          <p:cNvSpPr/>
          <p:nvPr/>
        </p:nvSpPr>
        <p:spPr>
          <a:xfrm>
            <a:off x="1068784" y="3498379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3b7df6a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873B809-FCA4-0943-B1AB-26528E8CD180}"/>
              </a:ext>
            </a:extLst>
          </p:cNvPr>
          <p:cNvSpPr/>
          <p:nvPr/>
        </p:nvSpPr>
        <p:spPr>
          <a:xfrm>
            <a:off x="3351067" y="3498377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2f95b21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C6579E0-0F34-3F4B-96EA-A71D3361344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49623" y="3877519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8B882C-E733-0D45-A2D4-9AB6F059E669}"/>
              </a:ext>
            </a:extLst>
          </p:cNvPr>
          <p:cNvCxnSpPr>
            <a:cxnSpLocks/>
          </p:cNvCxnSpPr>
          <p:nvPr/>
        </p:nvCxnSpPr>
        <p:spPr>
          <a:xfrm flipV="1">
            <a:off x="5231906" y="3877518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EBBAD0D-8613-2441-A8FA-7762CB8A08BB}"/>
              </a:ext>
            </a:extLst>
          </p:cNvPr>
          <p:cNvCxnSpPr>
            <a:cxnSpLocks/>
          </p:cNvCxnSpPr>
          <p:nvPr/>
        </p:nvCxnSpPr>
        <p:spPr>
          <a:xfrm>
            <a:off x="6573769" y="3106839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3BA7CA28-754E-1946-A1E1-492A1EAD0AE4}"/>
              </a:ext>
            </a:extLst>
          </p:cNvPr>
          <p:cNvSpPr/>
          <p:nvPr/>
        </p:nvSpPr>
        <p:spPr>
          <a:xfrm>
            <a:off x="5633349" y="2360953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</a:t>
            </a:r>
            <a:endParaRPr lang="de-DE" dirty="0"/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D9EA1BEB-9E7C-5C4E-BFB8-9E7C5EAD630F}"/>
              </a:ext>
            </a:extLst>
          </p:cNvPr>
          <p:cNvSpPr/>
          <p:nvPr/>
        </p:nvSpPr>
        <p:spPr>
          <a:xfrm>
            <a:off x="7909753" y="3498376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cdaf95d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73720CEB-F2A4-7142-A8FA-67A3D9B0B1D3}"/>
              </a:ext>
            </a:extLst>
          </p:cNvPr>
          <p:cNvSpPr/>
          <p:nvPr/>
        </p:nvSpPr>
        <p:spPr>
          <a:xfrm>
            <a:off x="7909753" y="4630897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C78B909E-BFE3-B748-BE17-63285043697F}"/>
              </a:ext>
            </a:extLst>
          </p:cNvPr>
          <p:cNvCxnSpPr>
            <a:cxnSpLocks/>
          </p:cNvCxnSpPr>
          <p:nvPr/>
        </p:nvCxnSpPr>
        <p:spPr>
          <a:xfrm flipH="1" flipV="1">
            <a:off x="8845473" y="4246851"/>
            <a:ext cx="9398" cy="37914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6917CF8-4837-1A42-8117-D2C38959AC77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 flipV="1">
            <a:off x="7514189" y="3877518"/>
            <a:ext cx="39556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C21922F4-518B-CC4F-88F7-60A47D2C1858}"/>
              </a:ext>
            </a:extLst>
          </p:cNvPr>
          <p:cNvSpPr/>
          <p:nvPr/>
        </p:nvSpPr>
        <p:spPr>
          <a:xfrm>
            <a:off x="5627470" y="1224433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FBA3706-0876-4344-A09D-5B86161456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567889" y="1991144"/>
            <a:ext cx="5880" cy="36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26602A29-29CA-C24C-8428-E42D78CE7D36}"/>
              </a:ext>
            </a:extLst>
          </p:cNvPr>
          <p:cNvCxnSpPr>
            <a:cxnSpLocks/>
            <a:stCxn id="4" idx="3"/>
            <a:endCxn id="44" idx="1"/>
          </p:cNvCxnSpPr>
          <p:nvPr/>
        </p:nvCxnSpPr>
        <p:spPr>
          <a:xfrm>
            <a:off x="7514189" y="3877520"/>
            <a:ext cx="395564" cy="11325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2D6F200A-64A2-3649-9BD8-F4777F4426E3}"/>
              </a:ext>
            </a:extLst>
          </p:cNvPr>
          <p:cNvSpPr/>
          <p:nvPr/>
        </p:nvSpPr>
        <p:spPr>
          <a:xfrm>
            <a:off x="7914451" y="3486115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5ceeff0</a:t>
            </a:r>
          </a:p>
        </p:txBody>
      </p: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896D7492-B589-B4B8-ED8B-2C340E404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48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6829 " pathEditMode="relative" ptsTypes="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6829 " pathEditMode="relative" ptsTypes="AA">
                                      <p:cBhvr>
                                        <p:cTn id="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16829 " pathEditMode="relative" ptsTypes="AA">
                                      <p:cBhvr>
                                        <p:cTn id="10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2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3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3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3" grpId="0" animBg="1"/>
      <p:bldP spid="44" grpId="0" animBg="1"/>
      <p:bldP spid="41" grpId="0" animBg="1"/>
      <p:bldP spid="5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3" y="106813"/>
            <a:ext cx="10515600" cy="1325563"/>
          </a:xfrm>
        </p:spPr>
        <p:txBody>
          <a:bodyPr/>
          <a:lstStyle/>
          <a:p>
            <a:r>
              <a:rPr lang="de-DE" dirty="0"/>
              <a:t>Arbeiten mit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429DE3-E38B-BB44-8862-0D14229DE9F2}"/>
              </a:ext>
            </a:extLst>
          </p:cNvPr>
          <p:cNvSpPr/>
          <p:nvPr/>
        </p:nvSpPr>
        <p:spPr>
          <a:xfrm>
            <a:off x="5633350" y="3498378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055df3a</a:t>
            </a:r>
          </a:p>
        </p:txBody>
      </p:sp>
      <p:sp>
        <p:nvSpPr>
          <p:cNvPr id="7" name="Abgerundetes Rechteck 6">
            <a:extLst>
              <a:ext uri="{FF2B5EF4-FFF2-40B4-BE49-F238E27FC236}">
                <a16:creationId xmlns:a16="http://schemas.microsoft.com/office/drawing/2014/main" id="{8E8A3795-8A7D-7248-A4B4-6DEF1D18F45C}"/>
              </a:ext>
            </a:extLst>
          </p:cNvPr>
          <p:cNvSpPr/>
          <p:nvPr/>
        </p:nvSpPr>
        <p:spPr>
          <a:xfrm>
            <a:off x="1068784" y="3498379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3b7df6a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873B809-FCA4-0943-B1AB-26528E8CD180}"/>
              </a:ext>
            </a:extLst>
          </p:cNvPr>
          <p:cNvSpPr/>
          <p:nvPr/>
        </p:nvSpPr>
        <p:spPr>
          <a:xfrm>
            <a:off x="3351067" y="3498377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2f95b21</a:t>
            </a:r>
          </a:p>
        </p:txBody>
      </p:sp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2C6579E0-0F34-3F4B-96EA-A71D3361344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2949623" y="3877519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8B882C-E733-0D45-A2D4-9AB6F059E669}"/>
              </a:ext>
            </a:extLst>
          </p:cNvPr>
          <p:cNvCxnSpPr>
            <a:cxnSpLocks/>
          </p:cNvCxnSpPr>
          <p:nvPr/>
        </p:nvCxnSpPr>
        <p:spPr>
          <a:xfrm flipV="1">
            <a:off x="5231906" y="3877518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EBBAD0D-8613-2441-A8FA-7762CB8A08BB}"/>
              </a:ext>
            </a:extLst>
          </p:cNvPr>
          <p:cNvCxnSpPr>
            <a:cxnSpLocks/>
          </p:cNvCxnSpPr>
          <p:nvPr/>
        </p:nvCxnSpPr>
        <p:spPr>
          <a:xfrm>
            <a:off x="8845473" y="3099616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3BA7CA28-754E-1946-A1E1-492A1EAD0AE4}"/>
              </a:ext>
            </a:extLst>
          </p:cNvPr>
          <p:cNvSpPr/>
          <p:nvPr/>
        </p:nvSpPr>
        <p:spPr>
          <a:xfrm>
            <a:off x="7905053" y="2353730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</a:t>
            </a:r>
            <a:endParaRPr lang="de-DE" dirty="0"/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D9EA1BEB-9E7C-5C4E-BFB8-9E7C5EAD630F}"/>
              </a:ext>
            </a:extLst>
          </p:cNvPr>
          <p:cNvSpPr/>
          <p:nvPr/>
        </p:nvSpPr>
        <p:spPr>
          <a:xfrm>
            <a:off x="7897372" y="4620841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cdaf95d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73720CEB-F2A4-7142-A8FA-67A3D9B0B1D3}"/>
              </a:ext>
            </a:extLst>
          </p:cNvPr>
          <p:cNvSpPr/>
          <p:nvPr/>
        </p:nvSpPr>
        <p:spPr>
          <a:xfrm>
            <a:off x="7899174" y="5758266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6917CF8-4837-1A42-8117-D2C38959AC77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>
            <a:off x="7514189" y="3877520"/>
            <a:ext cx="383183" cy="1122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C21922F4-518B-CC4F-88F7-60A47D2C1858}"/>
              </a:ext>
            </a:extLst>
          </p:cNvPr>
          <p:cNvSpPr/>
          <p:nvPr/>
        </p:nvSpPr>
        <p:spPr>
          <a:xfrm>
            <a:off x="7899174" y="1217210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FBA3706-0876-4344-A09D-5B86161456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8839593" y="1983921"/>
            <a:ext cx="5880" cy="36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2D6F200A-64A2-3649-9BD8-F4777F4426E3}"/>
              </a:ext>
            </a:extLst>
          </p:cNvPr>
          <p:cNvSpPr/>
          <p:nvPr/>
        </p:nvSpPr>
        <p:spPr>
          <a:xfrm>
            <a:off x="7897371" y="3498377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5ceeff0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27F34CF-9D93-FF4B-976A-B7A5F342DBF2}"/>
              </a:ext>
            </a:extLst>
          </p:cNvPr>
          <p:cNvCxnSpPr>
            <a:cxnSpLocks/>
          </p:cNvCxnSpPr>
          <p:nvPr/>
        </p:nvCxnSpPr>
        <p:spPr>
          <a:xfrm flipH="1" flipV="1">
            <a:off x="8837792" y="5374567"/>
            <a:ext cx="1" cy="3837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F19A8E8-2C77-FC49-8A1B-3439789AF816}"/>
              </a:ext>
            </a:extLst>
          </p:cNvPr>
          <p:cNvCxnSpPr>
            <a:cxnSpLocks/>
          </p:cNvCxnSpPr>
          <p:nvPr/>
        </p:nvCxnSpPr>
        <p:spPr>
          <a:xfrm flipV="1">
            <a:off x="7514189" y="3866424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5AFB1C72-8921-B050-119F-22D0B5976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9403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1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1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20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22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24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26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2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3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3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8698 0 " pathEditMode="relative" ptsTypes="AA">
                                      <p:cBhvr>
                                        <p:cTn id="3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7" grpId="0" animBg="1"/>
      <p:bldP spid="43" grpId="0" animBg="1"/>
      <p:bldP spid="44" grpId="0" animBg="1"/>
      <p:bldP spid="41" grpId="0" animBg="1"/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3" y="106813"/>
            <a:ext cx="10515600" cy="1325563"/>
          </a:xfrm>
        </p:spPr>
        <p:txBody>
          <a:bodyPr/>
          <a:lstStyle/>
          <a:p>
            <a:r>
              <a:rPr lang="de-DE" dirty="0" err="1"/>
              <a:t>Mergen</a:t>
            </a:r>
            <a:r>
              <a:rPr lang="de-DE" dirty="0"/>
              <a:t> von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429DE3-E38B-BB44-8862-0D14229DE9F2}"/>
              </a:ext>
            </a:extLst>
          </p:cNvPr>
          <p:cNvSpPr/>
          <p:nvPr/>
        </p:nvSpPr>
        <p:spPr>
          <a:xfrm>
            <a:off x="3357236" y="3494781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055df3a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873B809-FCA4-0943-B1AB-26528E8CD180}"/>
              </a:ext>
            </a:extLst>
          </p:cNvPr>
          <p:cNvSpPr/>
          <p:nvPr/>
        </p:nvSpPr>
        <p:spPr>
          <a:xfrm>
            <a:off x="1074953" y="3494780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2f95b21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8B882C-E733-0D45-A2D4-9AB6F059E669}"/>
              </a:ext>
            </a:extLst>
          </p:cNvPr>
          <p:cNvCxnSpPr>
            <a:cxnSpLocks/>
          </p:cNvCxnSpPr>
          <p:nvPr/>
        </p:nvCxnSpPr>
        <p:spPr>
          <a:xfrm flipV="1">
            <a:off x="2955792" y="3873921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EBBAD0D-8613-2441-A8FA-7762CB8A08BB}"/>
              </a:ext>
            </a:extLst>
          </p:cNvPr>
          <p:cNvCxnSpPr>
            <a:cxnSpLocks/>
          </p:cNvCxnSpPr>
          <p:nvPr/>
        </p:nvCxnSpPr>
        <p:spPr>
          <a:xfrm>
            <a:off x="6569359" y="3096019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3BA7CA28-754E-1946-A1E1-492A1EAD0AE4}"/>
              </a:ext>
            </a:extLst>
          </p:cNvPr>
          <p:cNvSpPr/>
          <p:nvPr/>
        </p:nvSpPr>
        <p:spPr>
          <a:xfrm>
            <a:off x="5628939" y="2350133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</a:t>
            </a:r>
            <a:endParaRPr lang="de-DE" dirty="0"/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D9EA1BEB-9E7C-5C4E-BFB8-9E7C5EAD630F}"/>
              </a:ext>
            </a:extLst>
          </p:cNvPr>
          <p:cNvSpPr/>
          <p:nvPr/>
        </p:nvSpPr>
        <p:spPr>
          <a:xfrm>
            <a:off x="5621258" y="4617244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cdaf95d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73720CEB-F2A4-7142-A8FA-67A3D9B0B1D3}"/>
              </a:ext>
            </a:extLst>
          </p:cNvPr>
          <p:cNvSpPr/>
          <p:nvPr/>
        </p:nvSpPr>
        <p:spPr>
          <a:xfrm>
            <a:off x="5623060" y="5754669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6917CF8-4837-1A42-8117-D2C38959AC77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>
            <a:off x="5238075" y="3873923"/>
            <a:ext cx="383183" cy="1122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C21922F4-518B-CC4F-88F7-60A47D2C1858}"/>
              </a:ext>
            </a:extLst>
          </p:cNvPr>
          <p:cNvSpPr/>
          <p:nvPr/>
        </p:nvSpPr>
        <p:spPr>
          <a:xfrm>
            <a:off x="5623060" y="1213613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FBA3706-0876-4344-A09D-5B86161456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563479" y="1980324"/>
            <a:ext cx="5880" cy="36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2D6F200A-64A2-3649-9BD8-F4777F4426E3}"/>
              </a:ext>
            </a:extLst>
          </p:cNvPr>
          <p:cNvSpPr/>
          <p:nvPr/>
        </p:nvSpPr>
        <p:spPr>
          <a:xfrm>
            <a:off x="5621257" y="3494780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5ceeff0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27F34CF-9D93-FF4B-976A-B7A5F342DBF2}"/>
              </a:ext>
            </a:extLst>
          </p:cNvPr>
          <p:cNvCxnSpPr>
            <a:cxnSpLocks/>
          </p:cNvCxnSpPr>
          <p:nvPr/>
        </p:nvCxnSpPr>
        <p:spPr>
          <a:xfrm flipH="1" flipV="1">
            <a:off x="6561067" y="5370968"/>
            <a:ext cx="1" cy="3837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F19A8E8-2C77-FC49-8A1B-3439789AF816}"/>
              </a:ext>
            </a:extLst>
          </p:cNvPr>
          <p:cNvCxnSpPr>
            <a:cxnSpLocks/>
          </p:cNvCxnSpPr>
          <p:nvPr/>
        </p:nvCxnSpPr>
        <p:spPr>
          <a:xfrm flipV="1">
            <a:off x="5238075" y="3862827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94BC53DA-4697-1761-73EA-7C6DC6B74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4605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3" y="106813"/>
            <a:ext cx="10515600" cy="1325563"/>
          </a:xfrm>
        </p:spPr>
        <p:txBody>
          <a:bodyPr/>
          <a:lstStyle/>
          <a:p>
            <a:r>
              <a:rPr lang="de-DE" dirty="0" err="1"/>
              <a:t>Mergen</a:t>
            </a:r>
            <a:r>
              <a:rPr lang="de-DE" dirty="0"/>
              <a:t> von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429DE3-E38B-BB44-8862-0D14229DE9F2}"/>
              </a:ext>
            </a:extLst>
          </p:cNvPr>
          <p:cNvSpPr/>
          <p:nvPr/>
        </p:nvSpPr>
        <p:spPr>
          <a:xfrm>
            <a:off x="3357236" y="3494781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055df3a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873B809-FCA4-0943-B1AB-26528E8CD180}"/>
              </a:ext>
            </a:extLst>
          </p:cNvPr>
          <p:cNvSpPr/>
          <p:nvPr/>
        </p:nvSpPr>
        <p:spPr>
          <a:xfrm>
            <a:off x="1074953" y="3494780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2f95b21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8B882C-E733-0D45-A2D4-9AB6F059E669}"/>
              </a:ext>
            </a:extLst>
          </p:cNvPr>
          <p:cNvCxnSpPr>
            <a:cxnSpLocks/>
          </p:cNvCxnSpPr>
          <p:nvPr/>
        </p:nvCxnSpPr>
        <p:spPr>
          <a:xfrm flipV="1">
            <a:off x="2955792" y="3873921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EBBAD0D-8613-2441-A8FA-7762CB8A08BB}"/>
              </a:ext>
            </a:extLst>
          </p:cNvPr>
          <p:cNvCxnSpPr>
            <a:cxnSpLocks/>
          </p:cNvCxnSpPr>
          <p:nvPr/>
        </p:nvCxnSpPr>
        <p:spPr>
          <a:xfrm>
            <a:off x="6569359" y="3096019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3BA7CA28-754E-1946-A1E1-492A1EAD0AE4}"/>
              </a:ext>
            </a:extLst>
          </p:cNvPr>
          <p:cNvSpPr/>
          <p:nvPr/>
        </p:nvSpPr>
        <p:spPr>
          <a:xfrm>
            <a:off x="5628939" y="2350133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</a:t>
            </a:r>
            <a:endParaRPr lang="de-DE" dirty="0"/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D9EA1BEB-9E7C-5C4E-BFB8-9E7C5EAD630F}"/>
              </a:ext>
            </a:extLst>
          </p:cNvPr>
          <p:cNvSpPr/>
          <p:nvPr/>
        </p:nvSpPr>
        <p:spPr>
          <a:xfrm>
            <a:off x="5621258" y="4617244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cdaf95d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73720CEB-F2A4-7142-A8FA-67A3D9B0B1D3}"/>
              </a:ext>
            </a:extLst>
          </p:cNvPr>
          <p:cNvSpPr/>
          <p:nvPr/>
        </p:nvSpPr>
        <p:spPr>
          <a:xfrm>
            <a:off x="5623060" y="5754669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6917CF8-4837-1A42-8117-D2C38959AC77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>
            <a:off x="5238075" y="3873923"/>
            <a:ext cx="383183" cy="1122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C21922F4-518B-CC4F-88F7-60A47D2C1858}"/>
              </a:ext>
            </a:extLst>
          </p:cNvPr>
          <p:cNvSpPr/>
          <p:nvPr/>
        </p:nvSpPr>
        <p:spPr>
          <a:xfrm>
            <a:off x="5623060" y="1213613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FBA3706-0876-4344-A09D-5B86161456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563479" y="1980324"/>
            <a:ext cx="5880" cy="36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2D6F200A-64A2-3649-9BD8-F4777F4426E3}"/>
              </a:ext>
            </a:extLst>
          </p:cNvPr>
          <p:cNvSpPr/>
          <p:nvPr/>
        </p:nvSpPr>
        <p:spPr>
          <a:xfrm>
            <a:off x="5621257" y="3494780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5ceeff0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27F34CF-9D93-FF4B-976A-B7A5F342DBF2}"/>
              </a:ext>
            </a:extLst>
          </p:cNvPr>
          <p:cNvCxnSpPr>
            <a:cxnSpLocks/>
          </p:cNvCxnSpPr>
          <p:nvPr/>
        </p:nvCxnSpPr>
        <p:spPr>
          <a:xfrm flipH="1" flipV="1">
            <a:off x="6561067" y="5370968"/>
            <a:ext cx="1" cy="3837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F19A8E8-2C77-FC49-8A1B-3439789AF816}"/>
              </a:ext>
            </a:extLst>
          </p:cNvPr>
          <p:cNvCxnSpPr>
            <a:cxnSpLocks/>
          </p:cNvCxnSpPr>
          <p:nvPr/>
        </p:nvCxnSpPr>
        <p:spPr>
          <a:xfrm flipV="1">
            <a:off x="5238075" y="3862827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9E6E8C22-3897-DC47-B084-42D77E55A126}"/>
              </a:ext>
            </a:extLst>
          </p:cNvPr>
          <p:cNvSpPr/>
          <p:nvPr/>
        </p:nvSpPr>
        <p:spPr>
          <a:xfrm>
            <a:off x="7885278" y="3494780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6ab2c16</a:t>
            </a:r>
          </a:p>
        </p:txBody>
      </p: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2119C5BC-EDC4-C54E-8AD5-685C3D65273A}"/>
              </a:ext>
            </a:extLst>
          </p:cNvPr>
          <p:cNvCxnSpPr>
            <a:cxnSpLocks/>
          </p:cNvCxnSpPr>
          <p:nvPr/>
        </p:nvCxnSpPr>
        <p:spPr>
          <a:xfrm flipV="1">
            <a:off x="7483834" y="3862825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1AD35445-CC48-A94C-A715-6F18FC3B5B39}"/>
              </a:ext>
            </a:extLst>
          </p:cNvPr>
          <p:cNvCxnSpPr>
            <a:cxnSpLocks/>
            <a:stCxn id="43" idx="3"/>
            <a:endCxn id="18" idx="1"/>
          </p:cNvCxnSpPr>
          <p:nvPr/>
        </p:nvCxnSpPr>
        <p:spPr>
          <a:xfrm flipV="1">
            <a:off x="7502097" y="3873922"/>
            <a:ext cx="383181" cy="11224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722C2808-F6BE-0046-A51C-8180A37D23EA}"/>
              </a:ext>
            </a:extLst>
          </p:cNvPr>
          <p:cNvSpPr txBox="1"/>
          <p:nvPr/>
        </p:nvSpPr>
        <p:spPr>
          <a:xfrm>
            <a:off x="8024378" y="4811720"/>
            <a:ext cx="3210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merge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151EE95B-C82C-B740-BBDD-C1D79492C4EA}"/>
              </a:ext>
            </a:extLst>
          </p:cNvPr>
          <p:cNvCxnSpPr>
            <a:cxnSpLocks/>
          </p:cNvCxnSpPr>
          <p:nvPr/>
        </p:nvCxnSpPr>
        <p:spPr>
          <a:xfrm flipV="1">
            <a:off x="8825698" y="4315442"/>
            <a:ext cx="0" cy="49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E2287CE9-CEDF-EC23-9F67-6CDC4C0C6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00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1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6 0 " pathEditMode="relative" ptsTypes="AA">
                                      <p:cBhvr>
                                        <p:cTn id="2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1" grpId="0" animBg="1"/>
      <p:bldP spid="18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3" y="106813"/>
            <a:ext cx="10515600" cy="1325563"/>
          </a:xfrm>
        </p:spPr>
        <p:txBody>
          <a:bodyPr/>
          <a:lstStyle/>
          <a:p>
            <a:r>
              <a:rPr lang="de-DE" dirty="0" err="1"/>
              <a:t>Rebase</a:t>
            </a:r>
            <a:r>
              <a:rPr lang="de-DE" dirty="0"/>
              <a:t> von </a:t>
            </a:r>
            <a:r>
              <a:rPr lang="de-DE" dirty="0" err="1"/>
              <a:t>Branches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bgerundetes Rechteck 3">
            <a:extLst>
              <a:ext uri="{FF2B5EF4-FFF2-40B4-BE49-F238E27FC236}">
                <a16:creationId xmlns:a16="http://schemas.microsoft.com/office/drawing/2014/main" id="{09429DE3-E38B-BB44-8862-0D14229DE9F2}"/>
              </a:ext>
            </a:extLst>
          </p:cNvPr>
          <p:cNvSpPr/>
          <p:nvPr/>
        </p:nvSpPr>
        <p:spPr>
          <a:xfrm>
            <a:off x="3357236" y="3494781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055df3a</a:t>
            </a:r>
          </a:p>
        </p:txBody>
      </p:sp>
      <p:sp>
        <p:nvSpPr>
          <p:cNvPr id="9" name="Abgerundetes Rechteck 8">
            <a:extLst>
              <a:ext uri="{FF2B5EF4-FFF2-40B4-BE49-F238E27FC236}">
                <a16:creationId xmlns:a16="http://schemas.microsoft.com/office/drawing/2014/main" id="{0873B809-FCA4-0943-B1AB-26528E8CD180}"/>
              </a:ext>
            </a:extLst>
          </p:cNvPr>
          <p:cNvSpPr/>
          <p:nvPr/>
        </p:nvSpPr>
        <p:spPr>
          <a:xfrm>
            <a:off x="1074953" y="3494780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2f95b21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808B882C-E733-0D45-A2D4-9AB6F059E669}"/>
              </a:ext>
            </a:extLst>
          </p:cNvPr>
          <p:cNvCxnSpPr>
            <a:cxnSpLocks/>
          </p:cNvCxnSpPr>
          <p:nvPr/>
        </p:nvCxnSpPr>
        <p:spPr>
          <a:xfrm flipV="1">
            <a:off x="2955792" y="3873921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5EBBAD0D-8613-2441-A8FA-7762CB8A08BB}"/>
              </a:ext>
            </a:extLst>
          </p:cNvPr>
          <p:cNvCxnSpPr>
            <a:cxnSpLocks/>
          </p:cNvCxnSpPr>
          <p:nvPr/>
        </p:nvCxnSpPr>
        <p:spPr>
          <a:xfrm>
            <a:off x="6569359" y="3096019"/>
            <a:ext cx="0" cy="3915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bgerundetes Rechteck 16">
            <a:extLst>
              <a:ext uri="{FF2B5EF4-FFF2-40B4-BE49-F238E27FC236}">
                <a16:creationId xmlns:a16="http://schemas.microsoft.com/office/drawing/2014/main" id="{3BA7CA28-754E-1946-A1E1-492A1EAD0AE4}"/>
              </a:ext>
            </a:extLst>
          </p:cNvPr>
          <p:cNvSpPr/>
          <p:nvPr/>
        </p:nvSpPr>
        <p:spPr>
          <a:xfrm>
            <a:off x="5628939" y="2350133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main</a:t>
            </a:r>
            <a:endParaRPr lang="de-DE" dirty="0"/>
          </a:p>
        </p:txBody>
      </p:sp>
      <p:sp>
        <p:nvSpPr>
          <p:cNvPr id="43" name="Abgerundetes Rechteck 42">
            <a:extLst>
              <a:ext uri="{FF2B5EF4-FFF2-40B4-BE49-F238E27FC236}">
                <a16:creationId xmlns:a16="http://schemas.microsoft.com/office/drawing/2014/main" id="{D9EA1BEB-9E7C-5C4E-BFB8-9E7C5EAD630F}"/>
              </a:ext>
            </a:extLst>
          </p:cNvPr>
          <p:cNvSpPr/>
          <p:nvPr/>
        </p:nvSpPr>
        <p:spPr>
          <a:xfrm>
            <a:off x="5621258" y="4617244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cdaf95d</a:t>
            </a:r>
          </a:p>
        </p:txBody>
      </p:sp>
      <p:sp>
        <p:nvSpPr>
          <p:cNvPr id="44" name="Abgerundetes Rechteck 43">
            <a:extLst>
              <a:ext uri="{FF2B5EF4-FFF2-40B4-BE49-F238E27FC236}">
                <a16:creationId xmlns:a16="http://schemas.microsoft.com/office/drawing/2014/main" id="{73720CEB-F2A4-7142-A8FA-67A3D9B0B1D3}"/>
              </a:ext>
            </a:extLst>
          </p:cNvPr>
          <p:cNvSpPr/>
          <p:nvPr/>
        </p:nvSpPr>
        <p:spPr>
          <a:xfrm>
            <a:off x="5623060" y="5754669"/>
            <a:ext cx="1880839" cy="758283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46" name="Gerade Verbindung mit Pfeil 45">
            <a:extLst>
              <a:ext uri="{FF2B5EF4-FFF2-40B4-BE49-F238E27FC236}">
                <a16:creationId xmlns:a16="http://schemas.microsoft.com/office/drawing/2014/main" id="{96917CF8-4837-1A42-8117-D2C38959AC77}"/>
              </a:ext>
            </a:extLst>
          </p:cNvPr>
          <p:cNvCxnSpPr>
            <a:cxnSpLocks/>
            <a:stCxn id="4" idx="3"/>
            <a:endCxn id="43" idx="1"/>
          </p:cNvCxnSpPr>
          <p:nvPr/>
        </p:nvCxnSpPr>
        <p:spPr>
          <a:xfrm>
            <a:off x="5238075" y="3873923"/>
            <a:ext cx="383183" cy="11224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Abgerundetes Rechteck 40">
            <a:extLst>
              <a:ext uri="{FF2B5EF4-FFF2-40B4-BE49-F238E27FC236}">
                <a16:creationId xmlns:a16="http://schemas.microsoft.com/office/drawing/2014/main" id="{C21922F4-518B-CC4F-88F7-60A47D2C1858}"/>
              </a:ext>
            </a:extLst>
          </p:cNvPr>
          <p:cNvSpPr/>
          <p:nvPr/>
        </p:nvSpPr>
        <p:spPr>
          <a:xfrm>
            <a:off x="5623060" y="1213613"/>
            <a:ext cx="1880839" cy="758283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HEAD</a:t>
            </a:r>
          </a:p>
        </p:txBody>
      </p: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4FBA3706-0876-4344-A09D-5B861614563C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563479" y="1980324"/>
            <a:ext cx="5880" cy="3698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Abgerundetes Rechteck 51">
            <a:extLst>
              <a:ext uri="{FF2B5EF4-FFF2-40B4-BE49-F238E27FC236}">
                <a16:creationId xmlns:a16="http://schemas.microsoft.com/office/drawing/2014/main" id="{2D6F200A-64A2-3649-9BD8-F4777F4426E3}"/>
              </a:ext>
            </a:extLst>
          </p:cNvPr>
          <p:cNvSpPr/>
          <p:nvPr/>
        </p:nvSpPr>
        <p:spPr>
          <a:xfrm>
            <a:off x="5621257" y="3494780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5ceeff0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E27F34CF-9D93-FF4B-976A-B7A5F342DBF2}"/>
              </a:ext>
            </a:extLst>
          </p:cNvPr>
          <p:cNvCxnSpPr>
            <a:cxnSpLocks/>
          </p:cNvCxnSpPr>
          <p:nvPr/>
        </p:nvCxnSpPr>
        <p:spPr>
          <a:xfrm flipH="1" flipV="1">
            <a:off x="6561067" y="5370968"/>
            <a:ext cx="1" cy="3837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F19A8E8-2C77-FC49-8A1B-3439789AF816}"/>
              </a:ext>
            </a:extLst>
          </p:cNvPr>
          <p:cNvCxnSpPr>
            <a:cxnSpLocks/>
          </p:cNvCxnSpPr>
          <p:nvPr/>
        </p:nvCxnSpPr>
        <p:spPr>
          <a:xfrm flipV="1">
            <a:off x="5238075" y="3862827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Abgerundetes Rechteck 17">
            <a:extLst>
              <a:ext uri="{FF2B5EF4-FFF2-40B4-BE49-F238E27FC236}">
                <a16:creationId xmlns:a16="http://schemas.microsoft.com/office/drawing/2014/main" id="{9E6E8C22-3897-DC47-B084-42D77E55A126}"/>
              </a:ext>
            </a:extLst>
          </p:cNvPr>
          <p:cNvSpPr/>
          <p:nvPr/>
        </p:nvSpPr>
        <p:spPr>
          <a:xfrm>
            <a:off x="7911220" y="3494779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6ab2c16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B22CB868-B87C-1B43-93FA-36D4ED17AA69}"/>
              </a:ext>
            </a:extLst>
          </p:cNvPr>
          <p:cNvCxnSpPr>
            <a:cxnSpLocks/>
          </p:cNvCxnSpPr>
          <p:nvPr/>
        </p:nvCxnSpPr>
        <p:spPr>
          <a:xfrm flipV="1">
            <a:off x="7509776" y="3873920"/>
            <a:ext cx="401444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Abgerundetes Rechteck 25">
            <a:extLst>
              <a:ext uri="{FF2B5EF4-FFF2-40B4-BE49-F238E27FC236}">
                <a16:creationId xmlns:a16="http://schemas.microsoft.com/office/drawing/2014/main" id="{16261FED-1472-AD4A-B267-8AE1C57D526D}"/>
              </a:ext>
            </a:extLst>
          </p:cNvPr>
          <p:cNvSpPr/>
          <p:nvPr/>
        </p:nvSpPr>
        <p:spPr>
          <a:xfrm>
            <a:off x="5613207" y="4625886"/>
            <a:ext cx="1880839" cy="75828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cdaf95d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B9370F1A-FF16-3E48-B2AB-64CC5DBB5840}"/>
              </a:ext>
            </a:extLst>
          </p:cNvPr>
          <p:cNvSpPr txBox="1"/>
          <p:nvPr/>
        </p:nvSpPr>
        <p:spPr>
          <a:xfrm>
            <a:off x="8024378" y="4811720"/>
            <a:ext cx="3348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rebase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/>
              <a:t>awesome</a:t>
            </a:r>
            <a:r>
              <a:rPr lang="de-DE" dirty="0"/>
              <a:t>-feature</a:t>
            </a: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3DA479AA-1E5F-CC43-8C03-C9D32FC25638}"/>
              </a:ext>
            </a:extLst>
          </p:cNvPr>
          <p:cNvCxnSpPr>
            <a:cxnSpLocks/>
          </p:cNvCxnSpPr>
          <p:nvPr/>
        </p:nvCxnSpPr>
        <p:spPr>
          <a:xfrm flipV="1">
            <a:off x="8825698" y="4315442"/>
            <a:ext cx="0" cy="496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5002FADB-17BC-E08C-9756-0E71C3EBC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2089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789 0.00208 " pathEditMode="relative" ptsTypes="AA">
                                      <p:cBhvr>
                                        <p:cTn id="9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00092 L 0.00065 -0.1636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386 0.00116 " pathEditMode="relative" ptsTypes="AA">
                                      <p:cBhvr>
                                        <p:cTn id="2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386 0.00116 " pathEditMode="relative" ptsTypes="AA">
                                      <p:cBhvr>
                                        <p:cTn id="3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386 0.00116 " pathEditMode="relative" ptsTypes="AA">
                                      <p:cBhvr>
                                        <p:cTn id="33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386 0.00116 " pathEditMode="relative" ptsTypes="AA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1" grpId="0" animBg="1"/>
      <p:bldP spid="52" grpId="0" animBg="1"/>
      <p:bldP spid="52" grpId="1" animBg="1"/>
      <p:bldP spid="18" grpId="0" animBg="1"/>
      <p:bldP spid="26" grpId="0" animBg="1"/>
      <p:bldP spid="26" grpId="1" animBg="1"/>
      <p:bldP spid="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FDCF8-1DDC-E00C-4F06-EB570DA36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059A37E9-D248-6AC5-5119-7DF7983B3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7B4105AC-5C29-58A3-76CA-64291DC39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1DFE7717-F745-7E4F-96A8-DF15B6BDA91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7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Übungen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85DFA311-3744-A0BD-BAD7-F5C15D827687}"/>
              </a:ext>
            </a:extLst>
          </p:cNvPr>
          <p:cNvSpPr txBox="1">
            <a:spLocks/>
          </p:cNvSpPr>
          <p:nvPr/>
        </p:nvSpPr>
        <p:spPr>
          <a:xfrm>
            <a:off x="838200" y="1302875"/>
            <a:ext cx="10515600" cy="5189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Erstelle einen Branch und führe Änderung inklusive </a:t>
            </a:r>
            <a:r>
              <a:rPr lang="de-DE" dirty="0" err="1"/>
              <a:t>Commits</a:t>
            </a:r>
            <a:r>
              <a:rPr lang="de-DE" dirty="0"/>
              <a:t> auf diesem Branch durch.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Wechsle auf die main-Branch zurück. Was passiert mit dem Inhalt Deines Arbeitsverzeichnisses?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Füge einige Änderungen auf dem main-Branch analog Übung 1 durch.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 err="1"/>
              <a:t>Merge</a:t>
            </a:r>
            <a:r>
              <a:rPr lang="de-DE" dirty="0"/>
              <a:t> die Änderung von Branch aus Übung 1 in den main-Branch. Was passiert, wenn die gleiche Datei geändert wird inklusive gleiche Zeile?</a:t>
            </a:r>
          </a:p>
        </p:txBody>
      </p:sp>
      <p:pic>
        <p:nvPicPr>
          <p:cNvPr id="1026" name="Picture 2" descr="New merge commit node">
            <a:extLst>
              <a:ext uri="{FF2B5EF4-FFF2-40B4-BE49-F238E27FC236}">
                <a16:creationId xmlns:a16="http://schemas.microsoft.com/office/drawing/2014/main" id="{DD5BD000-CFFF-07F8-C19A-D8B68A2F2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28" y="-189673"/>
            <a:ext cx="2877127" cy="1647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497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4CAA6-687C-33DF-DB15-CB88BD0A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863D76CD-43D5-7FA1-B0B7-DD5382CE4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23417AF1-D638-3EF8-5AB4-106A89E85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FC25F0F3-2779-49AC-7B9C-281AF2C439C4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7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Übungen</a:t>
            </a:r>
          </a:p>
        </p:txBody>
      </p:sp>
      <p:pic>
        <p:nvPicPr>
          <p:cNvPr id="1026" name="Picture 2" descr="New merge commit node">
            <a:extLst>
              <a:ext uri="{FF2B5EF4-FFF2-40B4-BE49-F238E27FC236}">
                <a16:creationId xmlns:a16="http://schemas.microsoft.com/office/drawing/2014/main" id="{0669B571-BFA0-6505-B295-D3686CB99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654" y="834000"/>
            <a:ext cx="8626763" cy="493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617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E31C-7708-21A2-F40B-882B482CB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C61EAC8C-90A3-8053-33C7-0739CB636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66A6B190-E86F-1763-DA76-270C5CEEB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B2FDAB5-038F-EA63-2E1D-4FB8ED9DA6A7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7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Übungen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E3F62652-3D86-91D6-F2E8-0D227FEA45EB}"/>
              </a:ext>
            </a:extLst>
          </p:cNvPr>
          <p:cNvSpPr txBox="1">
            <a:spLocks/>
          </p:cNvSpPr>
          <p:nvPr/>
        </p:nvSpPr>
        <p:spPr>
          <a:xfrm>
            <a:off x="838200" y="1302875"/>
            <a:ext cx="10515600" cy="5189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Erstelle einen Branch und führe Änderung inklusive </a:t>
            </a:r>
            <a:r>
              <a:rPr lang="de-DE" dirty="0" err="1"/>
              <a:t>Commits</a:t>
            </a:r>
            <a:r>
              <a:rPr lang="de-DE" dirty="0"/>
              <a:t> auf diesem Branch durch.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Wechsle auf die main-Branch zurück. Was passiert mit dem Inhalt Deines Arbeitsverzeichnisses?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/>
              <a:t>Füge einige Änderungen auf dem main-Branch analog Übung 1 durch.</a:t>
            </a:r>
          </a:p>
          <a:p>
            <a:pPr marL="457200" indent="-457200" algn="l">
              <a:lnSpc>
                <a:spcPct val="200000"/>
              </a:lnSpc>
              <a:buFont typeface="+mj-lt"/>
              <a:buAutoNum type="arabicPeriod"/>
            </a:pPr>
            <a:r>
              <a:rPr lang="de-DE" dirty="0" err="1"/>
              <a:t>Rebase</a:t>
            </a:r>
            <a:r>
              <a:rPr lang="de-DE" dirty="0"/>
              <a:t> die Änderung von Branch aus Übung 1 auf den main-Branch. Was passiert? Wie sieht die Historie Deines Repos aus?</a:t>
            </a:r>
          </a:p>
        </p:txBody>
      </p:sp>
      <p:pic>
        <p:nvPicPr>
          <p:cNvPr id="8" name="Grafik 7" descr="Ein Bild, das Diagramm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7EC28228-7136-EC01-35BE-F60D5A157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517" y="74700"/>
            <a:ext cx="2226264" cy="15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3214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764C2-03AE-A99E-691F-243CA65B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7929E766-D280-A2AB-8C37-115C63013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DD1E6371-AC39-EB8A-B2D8-180B6C47C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7BAA65E4-2980-81D4-AD75-A6EB5246EAA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7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Übungen</a:t>
            </a:r>
          </a:p>
        </p:txBody>
      </p:sp>
      <p:pic>
        <p:nvPicPr>
          <p:cNvPr id="8" name="Grafik 7" descr="Ein Bild, das Diagramm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7BE93291-5986-977B-51B2-ABB6C09B3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8040" y="1268240"/>
            <a:ext cx="7555920" cy="5308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034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Demo - Übungen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7A8A05CE-565B-6A82-3E03-E6F1D5E39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5677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Pause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ABDBB28-A05F-2978-7997-C29387F58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56" y="2642616"/>
            <a:ext cx="3605784" cy="3605784"/>
          </a:xfrm>
          <a:prstGeom prst="rect">
            <a:avLst/>
          </a:prstGeom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4AC98A80-FEC6-F7FD-EE6B-DBEA2BA93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54496" y="3757039"/>
            <a:ext cx="5614416" cy="137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160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B1B24-5E58-7851-6335-BC3EDFBC9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DFC920-8CBB-41F1-85CE-63E443524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Zusammenarbeiten – nicht lokale Benutzung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B090756E-EB7B-8130-B05D-3F6776B31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E59D52BA-FDDB-761E-42C4-D50C886C8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4230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 dirty="0"/>
              <a:t>Zentralisierte vs. dezentralisierte Versionskontrolle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 Volkshochschule Dresden">
            <a:extLst>
              <a:ext uri="{FF2B5EF4-FFF2-40B4-BE49-F238E27FC236}">
                <a16:creationId xmlns:a16="http://schemas.microsoft.com/office/drawing/2014/main" id="{482AC4E3-DEF7-6102-5203-7EC2B3BBA9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144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BEFD49-8046-264F-B573-CB362C828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 Vergleich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A4DEF31-2C33-3646-B6C1-3EA379D061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1651"/>
            <a:ext cx="1741094" cy="734201"/>
          </a:xfrm>
        </p:spPr>
        <p:txBody>
          <a:bodyPr>
            <a:normAutofit fontScale="92500" lnSpcReduction="20000"/>
          </a:bodyPr>
          <a:lstStyle/>
          <a:p>
            <a:r>
              <a:rPr lang="de-DE" dirty="0"/>
              <a:t>SVN/CSV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FE15DB-0446-4047-B53D-C7BDBD5C7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2594636" cy="459348"/>
          </a:xfrm>
        </p:spPr>
        <p:txBody>
          <a:bodyPr>
            <a:normAutofit fontScale="92500" lnSpcReduction="20000"/>
          </a:bodyPr>
          <a:lstStyle/>
          <a:p>
            <a:r>
              <a:rPr lang="de-DE" dirty="0" err="1"/>
              <a:t>Git</a:t>
            </a:r>
            <a:r>
              <a:rPr lang="de-DE" dirty="0"/>
              <a:t>/</a:t>
            </a:r>
            <a:r>
              <a:rPr lang="de-DE" dirty="0" err="1"/>
              <a:t>Mecurial</a:t>
            </a:r>
            <a:endParaRPr lang="de-DE" dirty="0"/>
          </a:p>
        </p:txBody>
      </p:sp>
      <p:pic>
        <p:nvPicPr>
          <p:cNvPr id="29" name="Grafik 28" descr="Datenbank mit einfarbiger Füllung">
            <a:extLst>
              <a:ext uri="{FF2B5EF4-FFF2-40B4-BE49-F238E27FC236}">
                <a16:creationId xmlns:a16="http://schemas.microsoft.com/office/drawing/2014/main" id="{26DC18BB-A1AE-9B4C-AAF7-722DB6E8A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5561" y="3713710"/>
            <a:ext cx="914400" cy="914400"/>
          </a:xfrm>
          <a:prstGeom prst="rect">
            <a:avLst/>
          </a:prstGeom>
        </p:spPr>
      </p:pic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78CA0345-7602-E340-A760-E1B010439F0C}"/>
              </a:ext>
            </a:extLst>
          </p:cNvPr>
          <p:cNvCxnSpPr>
            <a:cxnSpLocks/>
          </p:cNvCxnSpPr>
          <p:nvPr/>
        </p:nvCxnSpPr>
        <p:spPr>
          <a:xfrm flipH="1">
            <a:off x="2815633" y="3150228"/>
            <a:ext cx="742268" cy="65906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Gerade Verbindung mit Pfeil 30">
            <a:extLst>
              <a:ext uri="{FF2B5EF4-FFF2-40B4-BE49-F238E27FC236}">
                <a16:creationId xmlns:a16="http://schemas.microsoft.com/office/drawing/2014/main" id="{F31E9D61-D720-8940-B634-2EBD751FC19E}"/>
              </a:ext>
            </a:extLst>
          </p:cNvPr>
          <p:cNvCxnSpPr>
            <a:cxnSpLocks/>
          </p:cNvCxnSpPr>
          <p:nvPr/>
        </p:nvCxnSpPr>
        <p:spPr>
          <a:xfrm flipH="1" flipV="1">
            <a:off x="2815633" y="4578771"/>
            <a:ext cx="371134" cy="71704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0B36CC09-698A-6443-AD23-EF7CC38375D0}"/>
              </a:ext>
            </a:extLst>
          </p:cNvPr>
          <p:cNvCxnSpPr>
            <a:cxnSpLocks/>
          </p:cNvCxnSpPr>
          <p:nvPr/>
        </p:nvCxnSpPr>
        <p:spPr>
          <a:xfrm flipV="1">
            <a:off x="2075561" y="4578771"/>
            <a:ext cx="184470" cy="23682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9C13F8CB-2FAB-CC4E-803D-D5FC0E1279A9}"/>
              </a:ext>
            </a:extLst>
          </p:cNvPr>
          <p:cNvCxnSpPr>
            <a:cxnSpLocks/>
          </p:cNvCxnSpPr>
          <p:nvPr/>
        </p:nvCxnSpPr>
        <p:spPr>
          <a:xfrm flipH="1" flipV="1">
            <a:off x="1693188" y="3450767"/>
            <a:ext cx="441163" cy="42411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4" name="Grafik 33" descr="Programmierer mit einfarbiger Füllung">
            <a:extLst>
              <a:ext uri="{FF2B5EF4-FFF2-40B4-BE49-F238E27FC236}">
                <a16:creationId xmlns:a16="http://schemas.microsoft.com/office/drawing/2014/main" id="{05F9FAC3-CD19-E04C-A887-51F35BD787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14082" y="5075636"/>
            <a:ext cx="914400" cy="914400"/>
          </a:xfrm>
          <a:prstGeom prst="rect">
            <a:avLst/>
          </a:prstGeom>
        </p:spPr>
      </p:pic>
      <p:pic>
        <p:nvPicPr>
          <p:cNvPr id="35" name="Grafik 34" descr="Programmiererin mit einfarbiger Füllung">
            <a:extLst>
              <a:ext uri="{FF2B5EF4-FFF2-40B4-BE49-F238E27FC236}">
                <a16:creationId xmlns:a16="http://schemas.microsoft.com/office/drawing/2014/main" id="{3EFB60F8-985D-F14E-9EFB-DDE25F2CAD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10496" y="2380748"/>
            <a:ext cx="914400" cy="914400"/>
          </a:xfrm>
          <a:prstGeom prst="rect">
            <a:avLst/>
          </a:prstGeom>
        </p:spPr>
      </p:pic>
      <p:pic>
        <p:nvPicPr>
          <p:cNvPr id="36" name="Grafik 35" descr="Programmierer mit einfarbiger Füllung">
            <a:extLst>
              <a:ext uri="{FF2B5EF4-FFF2-40B4-BE49-F238E27FC236}">
                <a16:creationId xmlns:a16="http://schemas.microsoft.com/office/drawing/2014/main" id="{9D1D9D8A-21E4-504F-9DE4-36E1323EB6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7003" y="4789475"/>
            <a:ext cx="914400" cy="914400"/>
          </a:xfrm>
          <a:prstGeom prst="rect">
            <a:avLst/>
          </a:prstGeom>
        </p:spPr>
      </p:pic>
      <p:pic>
        <p:nvPicPr>
          <p:cNvPr id="37" name="Grafik 36" descr="Programmiererin mit einfarbiger Füllung">
            <a:extLst>
              <a:ext uri="{FF2B5EF4-FFF2-40B4-BE49-F238E27FC236}">
                <a16:creationId xmlns:a16="http://schemas.microsoft.com/office/drawing/2014/main" id="{A8E7B35E-C267-2E47-B44C-E8EADE92574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6084" y="2536173"/>
            <a:ext cx="914400" cy="914400"/>
          </a:xfrm>
          <a:prstGeom prst="rect">
            <a:avLst/>
          </a:prstGeom>
        </p:spPr>
      </p:pic>
      <p:pic>
        <p:nvPicPr>
          <p:cNvPr id="38" name="Grafik 37" descr="Datenbank mit einfarbiger Füllung">
            <a:extLst>
              <a:ext uri="{FF2B5EF4-FFF2-40B4-BE49-F238E27FC236}">
                <a16:creationId xmlns:a16="http://schemas.microsoft.com/office/drawing/2014/main" id="{1790EA2E-B82F-3B40-A4FF-0BF7C0147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0992" y="3763049"/>
            <a:ext cx="914400" cy="914400"/>
          </a:xfrm>
          <a:prstGeom prst="rect">
            <a:avLst/>
          </a:prstGeom>
        </p:spPr>
      </p:pic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424B1EDC-64DB-834C-9260-B17AB2CBEE2B}"/>
              </a:ext>
            </a:extLst>
          </p:cNvPr>
          <p:cNvCxnSpPr>
            <a:cxnSpLocks/>
          </p:cNvCxnSpPr>
          <p:nvPr/>
        </p:nvCxnSpPr>
        <p:spPr>
          <a:xfrm flipH="1">
            <a:off x="7871064" y="3199567"/>
            <a:ext cx="742268" cy="65906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69DE5376-515E-2D4D-AE30-140647F5493C}"/>
              </a:ext>
            </a:extLst>
          </p:cNvPr>
          <p:cNvCxnSpPr>
            <a:cxnSpLocks/>
          </p:cNvCxnSpPr>
          <p:nvPr/>
        </p:nvCxnSpPr>
        <p:spPr>
          <a:xfrm flipH="1" flipV="1">
            <a:off x="7871064" y="4628110"/>
            <a:ext cx="371134" cy="71704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7A20241-9100-5D40-B879-5D8D75D3C3C6}"/>
              </a:ext>
            </a:extLst>
          </p:cNvPr>
          <p:cNvCxnSpPr>
            <a:cxnSpLocks/>
          </p:cNvCxnSpPr>
          <p:nvPr/>
        </p:nvCxnSpPr>
        <p:spPr>
          <a:xfrm flipV="1">
            <a:off x="7130992" y="4628110"/>
            <a:ext cx="184470" cy="23682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BBE13CE8-D1E0-5841-ACCD-D34C17D7C074}"/>
              </a:ext>
            </a:extLst>
          </p:cNvPr>
          <p:cNvCxnSpPr>
            <a:cxnSpLocks/>
          </p:cNvCxnSpPr>
          <p:nvPr/>
        </p:nvCxnSpPr>
        <p:spPr>
          <a:xfrm flipH="1" flipV="1">
            <a:off x="6748619" y="3500106"/>
            <a:ext cx="441163" cy="42411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Grafik 43" descr="Programmiererin mit einfarbiger Füllung">
            <a:extLst>
              <a:ext uri="{FF2B5EF4-FFF2-40B4-BE49-F238E27FC236}">
                <a16:creationId xmlns:a16="http://schemas.microsoft.com/office/drawing/2014/main" id="{DAF52A3A-3068-5D46-946C-F492251B6B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5927" y="2430087"/>
            <a:ext cx="914400" cy="914400"/>
          </a:xfrm>
          <a:prstGeom prst="rect">
            <a:avLst/>
          </a:prstGeom>
        </p:spPr>
      </p:pic>
      <p:pic>
        <p:nvPicPr>
          <p:cNvPr id="45" name="Grafik 44" descr="Programmierer mit einfarbiger Füllung">
            <a:extLst>
              <a:ext uri="{FF2B5EF4-FFF2-40B4-BE49-F238E27FC236}">
                <a16:creationId xmlns:a16="http://schemas.microsoft.com/office/drawing/2014/main" id="{E9902637-A33A-2148-B396-0718F39D57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2434" y="4838814"/>
            <a:ext cx="914400" cy="914400"/>
          </a:xfrm>
          <a:prstGeom prst="rect">
            <a:avLst/>
          </a:prstGeom>
        </p:spPr>
      </p:pic>
      <p:pic>
        <p:nvPicPr>
          <p:cNvPr id="46" name="Grafik 45" descr="Programmiererin mit einfarbiger Füllung">
            <a:extLst>
              <a:ext uri="{FF2B5EF4-FFF2-40B4-BE49-F238E27FC236}">
                <a16:creationId xmlns:a16="http://schemas.microsoft.com/office/drawing/2014/main" id="{99044C01-8086-DE48-A572-48FC3BFB6B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1515" y="2585512"/>
            <a:ext cx="914400" cy="914400"/>
          </a:xfrm>
          <a:prstGeom prst="rect">
            <a:avLst/>
          </a:prstGeom>
        </p:spPr>
      </p:pic>
      <p:pic>
        <p:nvPicPr>
          <p:cNvPr id="47" name="Grafik 46" descr="Programmiererin mit einfarbiger Füllung">
            <a:extLst>
              <a:ext uri="{FF2B5EF4-FFF2-40B4-BE49-F238E27FC236}">
                <a16:creationId xmlns:a16="http://schemas.microsoft.com/office/drawing/2014/main" id="{F562078E-7C07-7448-9772-3711EAE37F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3169" y="5325423"/>
            <a:ext cx="914400" cy="914400"/>
          </a:xfrm>
          <a:prstGeom prst="rect">
            <a:avLst/>
          </a:prstGeom>
        </p:spPr>
      </p:pic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0B400A0E-2320-5246-88B0-DE50498E636E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8420369" y="3404331"/>
            <a:ext cx="457200" cy="192109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fik 50" descr="Datenbank mit einfarbiger Füllung">
            <a:extLst>
              <a:ext uri="{FF2B5EF4-FFF2-40B4-BE49-F238E27FC236}">
                <a16:creationId xmlns:a16="http://schemas.microsoft.com/office/drawing/2014/main" id="{209D709A-CF7E-BA40-8D44-709C23A20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300" y="3763049"/>
            <a:ext cx="914400" cy="914400"/>
          </a:xfrm>
          <a:prstGeom prst="rect">
            <a:avLst/>
          </a:prstGeom>
        </p:spPr>
      </p:pic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7077C71-6A70-764C-8925-91D8F4D99ECC}"/>
              </a:ext>
            </a:extLst>
          </p:cNvPr>
          <p:cNvCxnSpPr>
            <a:cxnSpLocks/>
          </p:cNvCxnSpPr>
          <p:nvPr/>
        </p:nvCxnSpPr>
        <p:spPr>
          <a:xfrm>
            <a:off x="9376367" y="3199567"/>
            <a:ext cx="603092" cy="60972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2497ED30-3803-A048-BEC9-22F8C504C7F9}"/>
              </a:ext>
            </a:extLst>
          </p:cNvPr>
          <p:cNvCxnSpPr>
            <a:cxnSpLocks/>
          </p:cNvCxnSpPr>
          <p:nvPr/>
        </p:nvCxnSpPr>
        <p:spPr>
          <a:xfrm>
            <a:off x="10583465" y="4628110"/>
            <a:ext cx="637122" cy="73614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Grafik 60" descr="Programmiererin Silhouette">
            <a:extLst>
              <a:ext uri="{FF2B5EF4-FFF2-40B4-BE49-F238E27FC236}">
                <a16:creationId xmlns:a16="http://schemas.microsoft.com/office/drawing/2014/main" id="{5E9DC0FB-F0DE-8C45-B9DE-B967944568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66352" y="5364254"/>
            <a:ext cx="914400" cy="914400"/>
          </a:xfrm>
          <a:prstGeom prst="rect">
            <a:avLst/>
          </a:prstGeom>
        </p:spPr>
      </p:pic>
      <p:pic>
        <p:nvPicPr>
          <p:cNvPr id="63" name="Grafik 62" descr="Programmierer Silhouette">
            <a:extLst>
              <a:ext uri="{FF2B5EF4-FFF2-40B4-BE49-F238E27FC236}">
                <a16:creationId xmlns:a16="http://schemas.microsoft.com/office/drawing/2014/main" id="{92560867-3FB7-5648-A2DA-78965E35F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69065" y="5424452"/>
            <a:ext cx="914400" cy="914400"/>
          </a:xfrm>
          <a:prstGeom prst="rect">
            <a:avLst/>
          </a:prstGeom>
        </p:spPr>
      </p:pic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42A3CCB8-7685-3142-9843-383E00B9ABD7}"/>
              </a:ext>
            </a:extLst>
          </p:cNvPr>
          <p:cNvCxnSpPr>
            <a:cxnSpLocks/>
          </p:cNvCxnSpPr>
          <p:nvPr/>
        </p:nvCxnSpPr>
        <p:spPr>
          <a:xfrm flipH="1">
            <a:off x="9979459" y="4628110"/>
            <a:ext cx="251376" cy="79634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2" descr="Logo Volkshochschule Dresden">
            <a:extLst>
              <a:ext uri="{FF2B5EF4-FFF2-40B4-BE49-F238E27FC236}">
                <a16:creationId xmlns:a16="http://schemas.microsoft.com/office/drawing/2014/main" id="{5798162A-BEA3-9962-1E98-34D4D6773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29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18149F-07E4-D247-A283-866D7F20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Zusammenarbeiten – nicht lokale Benutzung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68BD46E-1B9C-A54F-A24B-61BA448EA49C}"/>
              </a:ext>
            </a:extLst>
          </p:cNvPr>
          <p:cNvSpPr txBox="1"/>
          <p:nvPr/>
        </p:nvSpPr>
        <p:spPr>
          <a:xfrm>
            <a:off x="838200" y="1690688"/>
            <a:ext cx="99564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Folgende Operationen können mit </a:t>
            </a:r>
            <a:r>
              <a:rPr lang="de-DE" dirty="0" err="1"/>
              <a:t>git</a:t>
            </a:r>
            <a:r>
              <a:rPr lang="de-DE" dirty="0"/>
              <a:t> </a:t>
            </a:r>
            <a:r>
              <a:rPr lang="de-DE" b="1" dirty="0"/>
              <a:t>nicht</a:t>
            </a:r>
            <a:r>
              <a:rPr lang="de-DE" dirty="0"/>
              <a:t> </a:t>
            </a:r>
            <a:r>
              <a:rPr lang="de-DE" b="1" dirty="0"/>
              <a:t>lokal</a:t>
            </a:r>
            <a:r>
              <a:rPr lang="de-DE" dirty="0"/>
              <a:t> durchgeführt werden:</a:t>
            </a:r>
          </a:p>
          <a:p>
            <a:endParaRPr lang="de-DE" dirty="0"/>
          </a:p>
          <a:p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Konfiguration eines Remote-Servers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remote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Aktualisieren eines Server-</a:t>
            </a:r>
            <a:r>
              <a:rPr lang="de-DE" dirty="0" err="1"/>
              <a:t>Branches</a:t>
            </a:r>
            <a:r>
              <a:rPr lang="de-DE" dirty="0"/>
              <a:t>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push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Klonen eines </a:t>
            </a:r>
            <a:r>
              <a:rPr lang="de-DE" dirty="0" err="1"/>
              <a:t>Repositories</a:t>
            </a:r>
            <a:r>
              <a:rPr lang="de-DE" dirty="0"/>
              <a:t>	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clone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Aktualisieren des Remote-</a:t>
            </a:r>
            <a:r>
              <a:rPr lang="de-DE" dirty="0" err="1"/>
              <a:t>Branches</a:t>
            </a:r>
            <a:r>
              <a:rPr lang="de-DE" dirty="0"/>
              <a:t>	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fetch</a:t>
            </a:r>
            <a:endParaRPr lang="de-DE" b="1" dirty="0">
              <a:solidFill>
                <a:srgbClr val="802A19"/>
              </a:solidFill>
              <a:latin typeface="Courier-Bold" pitchFamily="2" charset="0"/>
            </a:endParaRPr>
          </a:p>
          <a:p>
            <a:pPr marL="342900" indent="-342900">
              <a:buFont typeface="+mj-lt"/>
              <a:buAutoNum type="arabicPeriod"/>
            </a:pPr>
            <a:endParaRPr lang="de-DE" b="1" dirty="0">
              <a:solidFill>
                <a:srgbClr val="802A19"/>
              </a:solidFill>
              <a:latin typeface="Courier-Bold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Entspricht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fetch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&amp;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merge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	</a:t>
            </a:r>
            <a:r>
              <a:rPr lang="de-DE" dirty="0"/>
              <a:t>			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pull</a:t>
            </a:r>
          </a:p>
          <a:p>
            <a:pPr marL="342900" indent="-342900">
              <a:buFont typeface="+mj-lt"/>
              <a:buAutoNum type="arabicPeriod"/>
            </a:pPr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ABB841E2-0707-3C43-B842-AE9997F91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8" y="88999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ogo Volkshochschule Dresden">
            <a:extLst>
              <a:ext uri="{FF2B5EF4-FFF2-40B4-BE49-F238E27FC236}">
                <a16:creationId xmlns:a16="http://schemas.microsoft.com/office/drawing/2014/main" id="{0F6752F8-52BC-3551-7CB1-907BD93A9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795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fik 37" descr="Datenbank mit einfarbiger Füllung">
            <a:extLst>
              <a:ext uri="{FF2B5EF4-FFF2-40B4-BE49-F238E27FC236}">
                <a16:creationId xmlns:a16="http://schemas.microsoft.com/office/drawing/2014/main" id="{1790EA2E-B82F-3B40-A4FF-0BF7C0147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9740" y="2700207"/>
            <a:ext cx="914400" cy="914400"/>
          </a:xfrm>
          <a:prstGeom prst="rect">
            <a:avLst/>
          </a:prstGeom>
        </p:spPr>
      </p:pic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424B1EDC-64DB-834C-9260-B17AB2CBEE2B}"/>
              </a:ext>
            </a:extLst>
          </p:cNvPr>
          <p:cNvCxnSpPr>
            <a:cxnSpLocks/>
          </p:cNvCxnSpPr>
          <p:nvPr/>
        </p:nvCxnSpPr>
        <p:spPr>
          <a:xfrm flipH="1">
            <a:off x="7799812" y="2136725"/>
            <a:ext cx="742268" cy="65906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69DE5376-515E-2D4D-AE30-140647F5493C}"/>
              </a:ext>
            </a:extLst>
          </p:cNvPr>
          <p:cNvCxnSpPr>
            <a:cxnSpLocks/>
          </p:cNvCxnSpPr>
          <p:nvPr/>
        </p:nvCxnSpPr>
        <p:spPr>
          <a:xfrm flipH="1" flipV="1">
            <a:off x="7799812" y="3565268"/>
            <a:ext cx="371134" cy="71704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A7A20241-9100-5D40-B879-5D8D75D3C3C6}"/>
              </a:ext>
            </a:extLst>
          </p:cNvPr>
          <p:cNvCxnSpPr>
            <a:cxnSpLocks/>
          </p:cNvCxnSpPr>
          <p:nvPr/>
        </p:nvCxnSpPr>
        <p:spPr>
          <a:xfrm flipV="1">
            <a:off x="7059740" y="3565268"/>
            <a:ext cx="184470" cy="23682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 Verbindung mit Pfeil 41">
            <a:extLst>
              <a:ext uri="{FF2B5EF4-FFF2-40B4-BE49-F238E27FC236}">
                <a16:creationId xmlns:a16="http://schemas.microsoft.com/office/drawing/2014/main" id="{BBE13CE8-D1E0-5841-ACCD-D34C17D7C074}"/>
              </a:ext>
            </a:extLst>
          </p:cNvPr>
          <p:cNvCxnSpPr>
            <a:cxnSpLocks/>
          </p:cNvCxnSpPr>
          <p:nvPr/>
        </p:nvCxnSpPr>
        <p:spPr>
          <a:xfrm flipH="1" flipV="1">
            <a:off x="6677367" y="2437264"/>
            <a:ext cx="441163" cy="42411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4" name="Grafik 43" descr="Programmiererin mit einfarbiger Füllung">
            <a:extLst>
              <a:ext uri="{FF2B5EF4-FFF2-40B4-BE49-F238E27FC236}">
                <a16:creationId xmlns:a16="http://schemas.microsoft.com/office/drawing/2014/main" id="{DAF52A3A-3068-5D46-946C-F492251B6B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94675" y="1367245"/>
            <a:ext cx="914400" cy="914400"/>
          </a:xfrm>
          <a:prstGeom prst="rect">
            <a:avLst/>
          </a:prstGeom>
        </p:spPr>
      </p:pic>
      <p:pic>
        <p:nvPicPr>
          <p:cNvPr id="45" name="Grafik 44" descr="Programmierer mit einfarbiger Füllung">
            <a:extLst>
              <a:ext uri="{FF2B5EF4-FFF2-40B4-BE49-F238E27FC236}">
                <a16:creationId xmlns:a16="http://schemas.microsoft.com/office/drawing/2014/main" id="{E9902637-A33A-2148-B396-0718F39D57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1182" y="3775972"/>
            <a:ext cx="914400" cy="914400"/>
          </a:xfrm>
          <a:prstGeom prst="rect">
            <a:avLst/>
          </a:prstGeom>
        </p:spPr>
      </p:pic>
      <p:pic>
        <p:nvPicPr>
          <p:cNvPr id="46" name="Grafik 45" descr="Programmiererin mit einfarbiger Füllung">
            <a:extLst>
              <a:ext uri="{FF2B5EF4-FFF2-40B4-BE49-F238E27FC236}">
                <a16:creationId xmlns:a16="http://schemas.microsoft.com/office/drawing/2014/main" id="{99044C01-8086-DE48-A572-48FC3BFB6B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0263" y="1522670"/>
            <a:ext cx="914400" cy="914400"/>
          </a:xfrm>
          <a:prstGeom prst="rect">
            <a:avLst/>
          </a:prstGeom>
        </p:spPr>
      </p:pic>
      <p:pic>
        <p:nvPicPr>
          <p:cNvPr id="47" name="Grafik 46" descr="Programmiererin mit einfarbiger Füllung">
            <a:extLst>
              <a:ext uri="{FF2B5EF4-FFF2-40B4-BE49-F238E27FC236}">
                <a16:creationId xmlns:a16="http://schemas.microsoft.com/office/drawing/2014/main" id="{F562078E-7C07-7448-9772-3711EAE37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91917" y="4262581"/>
            <a:ext cx="914400" cy="914400"/>
          </a:xfrm>
          <a:prstGeom prst="rect">
            <a:avLst/>
          </a:prstGeom>
        </p:spPr>
      </p:pic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0B400A0E-2320-5246-88B0-DE50498E636E}"/>
              </a:ext>
            </a:extLst>
          </p:cNvPr>
          <p:cNvCxnSpPr>
            <a:cxnSpLocks/>
            <a:endCxn id="47" idx="0"/>
          </p:cNvCxnSpPr>
          <p:nvPr/>
        </p:nvCxnSpPr>
        <p:spPr>
          <a:xfrm flipH="1">
            <a:off x="8349117" y="2341489"/>
            <a:ext cx="457200" cy="192109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1" name="Grafik 50" descr="Datenbank mit einfarbiger Füllung">
            <a:extLst>
              <a:ext uri="{FF2B5EF4-FFF2-40B4-BE49-F238E27FC236}">
                <a16:creationId xmlns:a16="http://schemas.microsoft.com/office/drawing/2014/main" id="{209D709A-CF7E-BA40-8D44-709C23A20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52048" y="2700207"/>
            <a:ext cx="914400" cy="914400"/>
          </a:xfrm>
          <a:prstGeom prst="rect">
            <a:avLst/>
          </a:prstGeom>
        </p:spPr>
      </p:pic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67077C71-6A70-764C-8925-91D8F4D99ECC}"/>
              </a:ext>
            </a:extLst>
          </p:cNvPr>
          <p:cNvCxnSpPr>
            <a:cxnSpLocks/>
          </p:cNvCxnSpPr>
          <p:nvPr/>
        </p:nvCxnSpPr>
        <p:spPr>
          <a:xfrm>
            <a:off x="9305115" y="2136725"/>
            <a:ext cx="603092" cy="60972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Gerade Verbindung mit Pfeil 57">
            <a:extLst>
              <a:ext uri="{FF2B5EF4-FFF2-40B4-BE49-F238E27FC236}">
                <a16:creationId xmlns:a16="http://schemas.microsoft.com/office/drawing/2014/main" id="{2497ED30-3803-A048-BEC9-22F8C504C7F9}"/>
              </a:ext>
            </a:extLst>
          </p:cNvPr>
          <p:cNvCxnSpPr>
            <a:cxnSpLocks/>
          </p:cNvCxnSpPr>
          <p:nvPr/>
        </p:nvCxnSpPr>
        <p:spPr>
          <a:xfrm>
            <a:off x="10512213" y="3565268"/>
            <a:ext cx="637122" cy="736144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" name="Grafik 60" descr="Programmiererin Silhouette">
            <a:extLst>
              <a:ext uri="{FF2B5EF4-FFF2-40B4-BE49-F238E27FC236}">
                <a16:creationId xmlns:a16="http://schemas.microsoft.com/office/drawing/2014/main" id="{5E9DC0FB-F0DE-8C45-B9DE-B967944568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95100" y="4301412"/>
            <a:ext cx="914400" cy="914400"/>
          </a:xfrm>
          <a:prstGeom prst="rect">
            <a:avLst/>
          </a:prstGeom>
        </p:spPr>
      </p:pic>
      <p:pic>
        <p:nvPicPr>
          <p:cNvPr id="63" name="Grafik 62" descr="Programmierer Silhouette">
            <a:extLst>
              <a:ext uri="{FF2B5EF4-FFF2-40B4-BE49-F238E27FC236}">
                <a16:creationId xmlns:a16="http://schemas.microsoft.com/office/drawing/2014/main" id="{92560867-3FB7-5648-A2DA-78965E35F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97813" y="4361610"/>
            <a:ext cx="914400" cy="914400"/>
          </a:xfrm>
          <a:prstGeom prst="rect">
            <a:avLst/>
          </a:prstGeom>
        </p:spPr>
      </p:pic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42A3CCB8-7685-3142-9843-383E00B9ABD7}"/>
              </a:ext>
            </a:extLst>
          </p:cNvPr>
          <p:cNvCxnSpPr>
            <a:cxnSpLocks/>
          </p:cNvCxnSpPr>
          <p:nvPr/>
        </p:nvCxnSpPr>
        <p:spPr>
          <a:xfrm flipH="1">
            <a:off x="9908207" y="3565268"/>
            <a:ext cx="251376" cy="79634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B1A488F8-14E9-CC40-8178-B9E7DB54F5B6}"/>
              </a:ext>
            </a:extLst>
          </p:cNvPr>
          <p:cNvSpPr txBox="1"/>
          <p:nvPr/>
        </p:nvSpPr>
        <p:spPr>
          <a:xfrm>
            <a:off x="1149786" y="162032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54" name="Inhaltsplatzhalter 2">
            <a:extLst>
              <a:ext uri="{FF2B5EF4-FFF2-40B4-BE49-F238E27FC236}">
                <a16:creationId xmlns:a16="http://schemas.microsoft.com/office/drawing/2014/main" id="{5611229B-12D0-5044-B42C-C794A438D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1802" y="1752081"/>
            <a:ext cx="4613676" cy="2838580"/>
          </a:xfrm>
        </p:spPr>
        <p:txBody>
          <a:bodyPr>
            <a:normAutofit fontScale="92500"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Hinzufügen eines Servers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Hinzufügen eines weiteren Servers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Hinzufügen anderer Rechner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Es gibt noch mehr Unterkommandos</a:t>
            </a:r>
          </a:p>
          <a:p>
            <a:endParaRPr lang="de-DE" dirty="0">
              <a:solidFill>
                <a:srgbClr val="3B2322"/>
              </a:solidFill>
              <a:latin typeface="Courier" pitchFamily="2" charset="0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27C6231D-BE04-885D-F8FE-B96D84AC0EAE}"/>
              </a:ext>
            </a:extLst>
          </p:cNvPr>
          <p:cNvSpPr txBox="1">
            <a:spLocks/>
          </p:cNvSpPr>
          <p:nvPr/>
        </p:nvSpPr>
        <p:spPr>
          <a:xfrm>
            <a:off x="1059873" y="-2887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Einführung: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remote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01F1765-2AF5-1B79-61F4-36B43016707D}"/>
              </a:ext>
            </a:extLst>
          </p:cNvPr>
          <p:cNvSpPr txBox="1"/>
          <p:nvPr/>
        </p:nvSpPr>
        <p:spPr>
          <a:xfrm>
            <a:off x="903027" y="5403534"/>
            <a:ext cx="10110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remote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add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origin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https://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github.com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dressedfez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vhs-git-schulung.git</a:t>
            </a: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010BA84-48AE-A05E-268F-A626EF38CAD1}"/>
              </a:ext>
            </a:extLst>
          </p:cNvPr>
          <p:cNvSpPr txBox="1"/>
          <p:nvPr/>
        </p:nvSpPr>
        <p:spPr>
          <a:xfrm>
            <a:off x="903027" y="5820417"/>
            <a:ext cx="1066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remote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add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gitlab-com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https://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gitlab.com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dressedfez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/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vhs-git-schulung.git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D511371-AD04-674A-64D2-1824626B3E41}"/>
              </a:ext>
            </a:extLst>
          </p:cNvPr>
          <p:cNvSpPr txBox="1"/>
          <p:nvPr/>
        </p:nvSpPr>
        <p:spPr>
          <a:xfrm>
            <a:off x="903027" y="6246370"/>
            <a:ext cx="8318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remote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add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kollege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c:\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-schulung\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vhs-git-schulung.git</a:t>
            </a:r>
            <a:endParaRPr lang="de-DE" dirty="0"/>
          </a:p>
        </p:txBody>
      </p:sp>
      <p:pic>
        <p:nvPicPr>
          <p:cNvPr id="7" name="Picture 2" descr="Logo Volkshochschule Dresden">
            <a:extLst>
              <a:ext uri="{FF2B5EF4-FFF2-40B4-BE49-F238E27FC236}">
                <a16:creationId xmlns:a16="http://schemas.microsoft.com/office/drawing/2014/main" id="{0895CDDC-6C71-6249-2CD6-C02E34F2C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17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uiExpand="1" build="p"/>
      <p:bldP spid="4" grpId="0"/>
      <p:bldP spid="5" grpId="0"/>
      <p:bldP spid="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Einführung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push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DC2CF-DC3C-9B4F-BF55-01576855A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153"/>
            <a:ext cx="10515600" cy="4985722"/>
          </a:xfrm>
        </p:spPr>
        <p:txBody>
          <a:bodyPr>
            <a:normAutofit fontScale="92500" lnSpcReduction="10000"/>
          </a:bodyPr>
          <a:lstStyle/>
          <a:p>
            <a:r>
              <a:rPr lang="de-DE" dirty="0"/>
              <a:t>Mittels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push </a:t>
            </a:r>
            <a:r>
              <a:rPr lang="de-DE" dirty="0"/>
              <a:t>wird der Remote-Server aktualisiert</a:t>
            </a:r>
          </a:p>
          <a:p>
            <a:r>
              <a:rPr lang="de-DE" dirty="0"/>
              <a:t>Das Aktualisieren ist </a:t>
            </a:r>
            <a:r>
              <a:rPr lang="de-DE" dirty="0" err="1"/>
              <a:t>Branch</a:t>
            </a:r>
            <a:r>
              <a:rPr lang="de-DE" dirty="0"/>
              <a:t> bezogen.</a:t>
            </a:r>
          </a:p>
          <a:p>
            <a:r>
              <a:rPr lang="de-DE" dirty="0"/>
              <a:t>Erstellen eines Remote-</a:t>
            </a:r>
            <a:r>
              <a:rPr lang="de-DE" dirty="0" err="1"/>
              <a:t>Branches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/>
              <a:t>Aktualisieren des Remote-</a:t>
            </a:r>
            <a:r>
              <a:rPr lang="de-DE" dirty="0" err="1"/>
              <a:t>Branches</a:t>
            </a:r>
            <a:r>
              <a:rPr lang="de-DE" dirty="0"/>
              <a:t>:</a:t>
            </a:r>
          </a:p>
          <a:p>
            <a:endParaRPr lang="de-DE" dirty="0"/>
          </a:p>
          <a:p>
            <a:r>
              <a:rPr lang="de-DE" dirty="0"/>
              <a:t>Analog kann ich auch einen anderen Remote aktualisieren</a:t>
            </a:r>
          </a:p>
          <a:p>
            <a:endParaRPr lang="de-DE" dirty="0"/>
          </a:p>
          <a:p>
            <a:r>
              <a:rPr lang="de-DE" dirty="0"/>
              <a:t>Mit</a:t>
            </a:r>
          </a:p>
          <a:p>
            <a:pPr marL="0" indent="0">
              <a:buNone/>
            </a:pPr>
            <a:r>
              <a:rPr lang="de-DE" dirty="0"/>
              <a:t> </a:t>
            </a:r>
            <a:endParaRPr lang="de-DE" dirty="0">
              <a:solidFill>
                <a:srgbClr val="3B2322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de-DE" dirty="0"/>
              <a:t>  wird </a:t>
            </a:r>
            <a:r>
              <a:rPr lang="de-DE" dirty="0" err="1"/>
              <a:t>Branch</a:t>
            </a:r>
            <a:r>
              <a:rPr lang="de-DE" dirty="0"/>
              <a:t> auf Server gelöscht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A43F441-FCC9-1D4F-BA3D-8B17910C2BFA}"/>
              </a:ext>
            </a:extLst>
          </p:cNvPr>
          <p:cNvSpPr txBox="1"/>
          <p:nvPr/>
        </p:nvSpPr>
        <p:spPr>
          <a:xfrm>
            <a:off x="2673352" y="2905808"/>
            <a:ext cx="72638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push --set-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upstream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origin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awesome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-feature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BA8990D-39C5-B340-BDDF-20921A7EEFA2}"/>
              </a:ext>
            </a:extLst>
          </p:cNvPr>
          <p:cNvSpPr txBox="1"/>
          <p:nvPr/>
        </p:nvSpPr>
        <p:spPr>
          <a:xfrm>
            <a:off x="2673352" y="2905808"/>
            <a:ext cx="54567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push -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u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origin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awesome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-feature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6764C2E-628D-7740-B29F-5A0ED9FA670F}"/>
              </a:ext>
            </a:extLst>
          </p:cNvPr>
          <p:cNvSpPr txBox="1"/>
          <p:nvPr/>
        </p:nvSpPr>
        <p:spPr>
          <a:xfrm>
            <a:off x="4296812" y="3691671"/>
            <a:ext cx="1466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push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9C9C4D1-087D-E540-8C32-6B79A8477B91}"/>
              </a:ext>
            </a:extLst>
          </p:cNvPr>
          <p:cNvSpPr txBox="1"/>
          <p:nvPr/>
        </p:nvSpPr>
        <p:spPr>
          <a:xfrm>
            <a:off x="4296812" y="4802981"/>
            <a:ext cx="3453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push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kollege</a:t>
            </a:r>
            <a:endParaRPr lang="de-DE" sz="2000" dirty="0">
              <a:solidFill>
                <a:srgbClr val="3B2322"/>
              </a:solidFill>
              <a:latin typeface="Courier" pitchFamily="2" charset="0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AFFA816-47A6-F744-A6AD-AF29134217AE}"/>
              </a:ext>
            </a:extLst>
          </p:cNvPr>
          <p:cNvSpPr txBox="1"/>
          <p:nvPr/>
        </p:nvSpPr>
        <p:spPr>
          <a:xfrm>
            <a:off x="2673352" y="5412998"/>
            <a:ext cx="6666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push --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delete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origin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awesome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-feature</a:t>
            </a:r>
          </a:p>
        </p:txBody>
      </p:sp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9623C63F-4C8D-990B-4E6B-AA72A4189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79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xit" presetSubtype="2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5" grpId="1"/>
      <p:bldP spid="7" grpId="0"/>
      <p:bldP spid="8" grpId="0"/>
      <p:bldP spid="9" grpId="0"/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Klonen eines </a:t>
            </a:r>
            <a:r>
              <a:rPr lang="de-DE" dirty="0" err="1"/>
              <a:t>Repositories</a:t>
            </a:r>
            <a:r>
              <a:rPr lang="de-DE" dirty="0"/>
              <a:t> mit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clone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DC2CF-DC3C-9B4F-BF55-01576855A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8033"/>
            <a:ext cx="10515600" cy="4916309"/>
          </a:xfrm>
        </p:spPr>
        <p:txBody>
          <a:bodyPr>
            <a:normAutofit/>
          </a:bodyPr>
          <a:lstStyle/>
          <a:p>
            <a:r>
              <a:rPr lang="de-DE" dirty="0"/>
              <a:t>Mittels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clone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/>
              <a:t>wird das komplette Repository inklusive der ganzen Historie lokal abgelegt. </a:t>
            </a:r>
          </a:p>
          <a:p>
            <a:r>
              <a:rPr lang="de-DE" dirty="0"/>
              <a:t>Man kann auch aus SVN-</a:t>
            </a:r>
            <a:r>
              <a:rPr lang="de-DE" dirty="0" err="1"/>
              <a:t>Repositories</a:t>
            </a:r>
            <a:r>
              <a:rPr lang="de-DE" dirty="0"/>
              <a:t> mittels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svn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clone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/>
              <a:t>klonen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endParaRPr lang="de-DE" dirty="0"/>
          </a:p>
          <a:p>
            <a:r>
              <a:rPr lang="de-DE" dirty="0"/>
              <a:t>Normal klont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   in Verzeichnis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vhs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-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-schulung</a:t>
            </a:r>
            <a:endParaRPr lang="de-DE" dirty="0"/>
          </a:p>
          <a:p>
            <a:r>
              <a:rPr lang="de-DE" dirty="0"/>
              <a:t>Mit dem Kommando</a:t>
            </a:r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  klont man in das Verzeichnis 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&lt;Verzeichnisname&gt;</a:t>
            </a:r>
            <a:endParaRPr lang="de-DE" dirty="0"/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BA8990D-39C5-B340-BDDF-20921A7EEFA2}"/>
              </a:ext>
            </a:extLst>
          </p:cNvPr>
          <p:cNvSpPr txBox="1"/>
          <p:nvPr/>
        </p:nvSpPr>
        <p:spPr>
          <a:xfrm>
            <a:off x="1695869" y="3861659"/>
            <a:ext cx="88002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https://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github.com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/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dressedfez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/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vhs-git-schulung.git</a:t>
            </a:r>
            <a:endParaRPr lang="de-DE" sz="2000" dirty="0">
              <a:solidFill>
                <a:srgbClr val="3B2322"/>
              </a:solidFill>
              <a:latin typeface="Courier" pitchFamily="2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9C9C4D1-087D-E540-8C32-6B79A8477B91}"/>
              </a:ext>
            </a:extLst>
          </p:cNvPr>
          <p:cNvSpPr txBox="1"/>
          <p:nvPr/>
        </p:nvSpPr>
        <p:spPr>
          <a:xfrm>
            <a:off x="3450025" y="5379089"/>
            <a:ext cx="52919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clone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&lt;URL&gt; &lt;Verzeichnisname&gt; </a:t>
            </a:r>
          </a:p>
        </p:txBody>
      </p:sp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EBD01DCD-B525-6DD7-19CB-F09E861A7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62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  <p:bldP spid="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74B3A4-BA56-C64C-BD48-A9B013177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Aktualisieren lokales Repository </a:t>
            </a:r>
            <a:br>
              <a:rPr lang="de-DE" dirty="0"/>
            </a:br>
            <a:r>
              <a:rPr lang="de-DE" dirty="0"/>
              <a:t>mit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fetch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/>
              <a:t>und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pull 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8DC2CF-DC3C-9B4F-BF55-01576855A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9000"/>
            <a:ext cx="10515600" cy="4802187"/>
          </a:xfrm>
        </p:spPr>
        <p:txBody>
          <a:bodyPr>
            <a:normAutofit/>
          </a:bodyPr>
          <a:lstStyle/>
          <a:p>
            <a:r>
              <a:rPr lang="de-DE" dirty="0"/>
              <a:t>Mittels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fetch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/>
              <a:t>oder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pull</a:t>
            </a:r>
            <a:r>
              <a:rPr lang="de-DE" dirty="0"/>
              <a:t> kann man das lokale Repository durch Änderungen auf dem Server aktualisieren.</a:t>
            </a:r>
          </a:p>
          <a:p>
            <a:r>
              <a:rPr lang="de-DE" dirty="0"/>
              <a:t>Das Aktualisieren ist </a:t>
            </a:r>
            <a:r>
              <a:rPr lang="de-DE" dirty="0" err="1"/>
              <a:t>Branch</a:t>
            </a:r>
            <a:r>
              <a:rPr lang="de-DE" dirty="0"/>
              <a:t> bezogen.</a:t>
            </a:r>
          </a:p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fetch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dirty="0"/>
              <a:t>aktualisiert lokales Repository ohne in </a:t>
            </a:r>
            <a:r>
              <a:rPr lang="de-DE" dirty="0" err="1"/>
              <a:t>Branch</a:t>
            </a:r>
            <a:r>
              <a:rPr lang="de-DE" dirty="0"/>
              <a:t> zu </a:t>
            </a:r>
            <a:r>
              <a:rPr lang="de-DE" dirty="0" err="1"/>
              <a:t>mergen</a:t>
            </a:r>
            <a:r>
              <a:rPr lang="de-DE" dirty="0"/>
              <a:t>. Abgelegt werden die Änderungen in </a:t>
            </a:r>
          </a:p>
          <a:p>
            <a:endParaRPr lang="de-DE" dirty="0"/>
          </a:p>
          <a:p>
            <a:r>
              <a:rPr lang="de-DE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dirty="0">
                <a:solidFill>
                  <a:srgbClr val="3B2322"/>
                </a:solidFill>
                <a:latin typeface="Courier" pitchFamily="2" charset="0"/>
              </a:rPr>
              <a:t> pull </a:t>
            </a:r>
            <a:r>
              <a:rPr lang="de-DE" dirty="0"/>
              <a:t>aktualisieren lokales Repository mit </a:t>
            </a:r>
            <a:r>
              <a:rPr lang="de-DE" dirty="0" err="1"/>
              <a:t>Mergen</a:t>
            </a:r>
            <a:r>
              <a:rPr lang="de-DE" dirty="0"/>
              <a:t> des Remote-</a:t>
            </a:r>
            <a:r>
              <a:rPr lang="de-DE" dirty="0" err="1"/>
              <a:t>Branches</a:t>
            </a:r>
            <a:r>
              <a:rPr lang="de-DE" dirty="0"/>
              <a:t>, d.h.: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A43F441-FCC9-1D4F-BA3D-8B17910C2BFA}"/>
              </a:ext>
            </a:extLst>
          </p:cNvPr>
          <p:cNvSpPr txBox="1"/>
          <p:nvPr/>
        </p:nvSpPr>
        <p:spPr>
          <a:xfrm>
            <a:off x="3639036" y="4302714"/>
            <a:ext cx="3893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origin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/&lt;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branchname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&gt;</a:t>
            </a:r>
          </a:p>
        </p:txBody>
      </p:sp>
      <p:pic>
        <p:nvPicPr>
          <p:cNvPr id="6" name="Picture 4" descr="Git - Logo Downloads">
            <a:extLst>
              <a:ext uri="{FF2B5EF4-FFF2-40B4-BE49-F238E27FC236}">
                <a16:creationId xmlns:a16="http://schemas.microsoft.com/office/drawing/2014/main" id="{791D6B84-2993-B044-B21C-238143131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28" y="106813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5BA8990D-39C5-B340-BDDF-20921A7EEFA2}"/>
              </a:ext>
            </a:extLst>
          </p:cNvPr>
          <p:cNvSpPr txBox="1"/>
          <p:nvPr/>
        </p:nvSpPr>
        <p:spPr>
          <a:xfrm>
            <a:off x="3639036" y="6171457"/>
            <a:ext cx="5251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merge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origin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/&lt;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branchname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&gt;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6764C2E-628D-7740-B29F-5A0ED9FA670F}"/>
              </a:ext>
            </a:extLst>
          </p:cNvPr>
          <p:cNvSpPr txBox="1"/>
          <p:nvPr/>
        </p:nvSpPr>
        <p:spPr>
          <a:xfrm>
            <a:off x="3639036" y="5809671"/>
            <a:ext cx="5251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git</a:t>
            </a:r>
            <a:r>
              <a:rPr lang="de-DE" sz="2000" dirty="0">
                <a:solidFill>
                  <a:srgbClr val="3B2322"/>
                </a:solidFill>
                <a:latin typeface="Courier" pitchFamily="2" charset="0"/>
              </a:rPr>
              <a:t> </a:t>
            </a:r>
            <a:r>
              <a:rPr lang="de-DE" sz="2000" dirty="0" err="1">
                <a:solidFill>
                  <a:srgbClr val="3B2322"/>
                </a:solidFill>
                <a:latin typeface="Courier" pitchFamily="2" charset="0"/>
              </a:rPr>
              <a:t>fetch</a:t>
            </a:r>
            <a:endParaRPr lang="de-DE" sz="2000" dirty="0">
              <a:solidFill>
                <a:srgbClr val="3B2322"/>
              </a:solidFill>
              <a:latin typeface="Courier" pitchFamily="2" charset="0"/>
            </a:endParaRPr>
          </a:p>
        </p:txBody>
      </p:sp>
      <p:pic>
        <p:nvPicPr>
          <p:cNvPr id="4" name="Picture 2" descr="Logo Volkshochschule Dresden">
            <a:extLst>
              <a:ext uri="{FF2B5EF4-FFF2-40B4-BE49-F238E27FC236}">
                <a16:creationId xmlns:a16="http://schemas.microsoft.com/office/drawing/2014/main" id="{7886A3C2-6213-B767-F952-6AF85AA59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310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  <p:bldP spid="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090B-E0F9-6DAB-5AE6-0FB85EAC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o Volkshochschule Dresden">
            <a:extLst>
              <a:ext uri="{FF2B5EF4-FFF2-40B4-BE49-F238E27FC236}">
                <a16:creationId xmlns:a16="http://schemas.microsoft.com/office/drawing/2014/main" id="{858AD345-E963-D20E-D715-13AB2A91D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3547" y="86968"/>
            <a:ext cx="2226264" cy="546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it - Logo Downloads">
            <a:extLst>
              <a:ext uri="{FF2B5EF4-FFF2-40B4-BE49-F238E27FC236}">
                <a16:creationId xmlns:a16="http://schemas.microsoft.com/office/drawing/2014/main" id="{40932830-DD83-3F4C-9446-60ED9B7D4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189" y="86968"/>
            <a:ext cx="754065" cy="75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88E06D6E-BDD2-97AF-6BE3-5E550AD5210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377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Übungen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0C1B29E-A809-9053-76DD-FB540C924FE3}"/>
              </a:ext>
            </a:extLst>
          </p:cNvPr>
          <p:cNvSpPr txBox="1">
            <a:spLocks/>
          </p:cNvSpPr>
          <p:nvPr/>
        </p:nvSpPr>
        <p:spPr>
          <a:xfrm>
            <a:off x="838200" y="1581033"/>
            <a:ext cx="10515600" cy="45160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Erstelle ein bare-Repository direkt neben dem Verzeichnis der letzten Übung.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Füge das bare-Repository als Remote Deinem </a:t>
            </a:r>
            <a:r>
              <a:rPr lang="de-DE" dirty="0" err="1"/>
              <a:t>Arbeitesrepository</a:t>
            </a:r>
            <a:r>
              <a:rPr lang="de-DE" dirty="0"/>
              <a:t> hinzu.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Pushe Deinen aktuellen Stand in das bare-Repository.</a:t>
            </a:r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Clone das Bare-Repository in ein Verzeichnis mit dem Namen </a:t>
            </a:r>
            <a:r>
              <a:rPr lang="de-DE" dirty="0" err="1"/>
              <a:t>clone-repo</a:t>
            </a:r>
            <a:endParaRPr lang="de-DE" dirty="0"/>
          </a:p>
          <a:p>
            <a:pPr marL="457200" indent="-457200" algn="l">
              <a:lnSpc>
                <a:spcPct val="150000"/>
              </a:lnSpc>
              <a:buFont typeface="+mj-lt"/>
              <a:buAutoNum type="arabicPeriod"/>
            </a:pPr>
            <a:r>
              <a:rPr lang="de-DE" dirty="0"/>
              <a:t>Führe Änderung in </a:t>
            </a:r>
            <a:r>
              <a:rPr lang="de-DE" dirty="0" err="1"/>
              <a:t>clone-repo</a:t>
            </a:r>
            <a:r>
              <a:rPr lang="de-DE" dirty="0"/>
              <a:t> durch und überführe diese in das originale Repository.</a:t>
            </a:r>
          </a:p>
        </p:txBody>
      </p:sp>
      <p:pic>
        <p:nvPicPr>
          <p:cNvPr id="6" name="Grafik 5" descr="Ein Bild, das Design enthält.&#10;&#10;KI-generierte Inhalte können fehlerhaft sein.">
            <a:extLst>
              <a:ext uri="{FF2B5EF4-FFF2-40B4-BE49-F238E27FC236}">
                <a16:creationId xmlns:a16="http://schemas.microsoft.com/office/drawing/2014/main" id="{DD79FE0C-1204-A0F5-26BA-26D01E594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2265" y="122927"/>
            <a:ext cx="2425553" cy="133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24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1460</Words>
  <Application>Microsoft Macintosh PowerPoint</Application>
  <PresentationFormat>Breitbild</PresentationFormat>
  <Paragraphs>318</Paragraphs>
  <Slides>43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50" baseType="lpstr">
      <vt:lpstr>Aptos</vt:lpstr>
      <vt:lpstr>Aptos Display</vt:lpstr>
      <vt:lpstr>Arial</vt:lpstr>
      <vt:lpstr>Courier</vt:lpstr>
      <vt:lpstr>Courier-Bold</vt:lpstr>
      <vt:lpstr>Wingdings</vt:lpstr>
      <vt:lpstr>Office</vt:lpstr>
      <vt:lpstr>Git  –  From Zero To Hero –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Beispiel: Hinzufügen</vt:lpstr>
      <vt:lpstr>Beispiel: Umbennen</vt:lpstr>
      <vt:lpstr>Beispiel: Löschen</vt:lpstr>
      <vt:lpstr>PowerPoint-Präsentation</vt:lpstr>
      <vt:lpstr>Historie</vt:lpstr>
      <vt:lpstr>Historie</vt:lpstr>
      <vt:lpstr>Historie</vt:lpstr>
      <vt:lpstr>Historie- Graphische Werkzeuge</vt:lpstr>
      <vt:lpstr>PowerPoint-Präsentation</vt:lpstr>
      <vt:lpstr>Arbeiten mit Branches</vt:lpstr>
      <vt:lpstr>Arbeiten mit Branches</vt:lpstr>
      <vt:lpstr>Arbeiten mit Branches</vt:lpstr>
      <vt:lpstr>Arbeiten mit Branches</vt:lpstr>
      <vt:lpstr>Arbeiten mit Branches</vt:lpstr>
      <vt:lpstr>Mergen von Branches</vt:lpstr>
      <vt:lpstr>Mergen von Branches</vt:lpstr>
      <vt:lpstr>Rebase von Branches</vt:lpstr>
      <vt:lpstr>PowerPoint-Präsentation</vt:lpstr>
      <vt:lpstr>PowerPoint-Präsentation</vt:lpstr>
      <vt:lpstr>PowerPoint-Präsentation</vt:lpstr>
      <vt:lpstr>PowerPoint-Präsentation</vt:lpstr>
      <vt:lpstr>Demo - Übungen</vt:lpstr>
      <vt:lpstr>Pause</vt:lpstr>
      <vt:lpstr>Zusammenarbeiten – nicht lokale Benutzung</vt:lpstr>
      <vt:lpstr>Zentralisierte vs. dezentralisierte Versionskontrolle</vt:lpstr>
      <vt:lpstr>Architektur Vergleich</vt:lpstr>
      <vt:lpstr>Zusammenarbeiten – nicht lokale Benutzung</vt:lpstr>
      <vt:lpstr>PowerPoint-Präsentation</vt:lpstr>
      <vt:lpstr>Einführung git push</vt:lpstr>
      <vt:lpstr>Klonen eines Repositories mit git clone</vt:lpstr>
      <vt:lpstr>Aktualisieren lokales Repository  mit git fetch und git pull 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Frank Zimmer</dc:creator>
  <cp:lastModifiedBy>Frank Zimmer</cp:lastModifiedBy>
  <cp:revision>9</cp:revision>
  <dcterms:created xsi:type="dcterms:W3CDTF">2025-05-14T19:40:32Z</dcterms:created>
  <dcterms:modified xsi:type="dcterms:W3CDTF">2025-09-02T17:28:10Z</dcterms:modified>
</cp:coreProperties>
</file>